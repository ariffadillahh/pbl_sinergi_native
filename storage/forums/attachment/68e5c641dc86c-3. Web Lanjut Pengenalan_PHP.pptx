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6" r:id="rId8"/>
    <p:sldId id="315" r:id="rId9"/>
    <p:sldId id="316" r:id="rId10"/>
    <p:sldId id="303" r:id="rId11"/>
    <p:sldId id="317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264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2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F64920-61B3-44AB-AD56-09C0E8B2A67F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C76E3ED-DF5D-4E79-91F6-677E1B8CB7FB}">
      <dgm:prSet/>
      <dgm:spPr/>
      <dgm:t>
        <a:bodyPr/>
        <a:lstStyle/>
        <a:p>
          <a:r>
            <a:rPr lang="en-US" dirty="0"/>
            <a:t>• PHP (Hypertext Preprocessor) </a:t>
          </a:r>
          <a:r>
            <a:rPr lang="en-US" dirty="0" err="1"/>
            <a:t>adalah</a:t>
          </a:r>
          <a:r>
            <a:rPr lang="en-US" dirty="0"/>
            <a:t> </a:t>
          </a:r>
          <a:r>
            <a:rPr lang="en-US" dirty="0" err="1"/>
            <a:t>bahasa</a:t>
          </a:r>
          <a:r>
            <a:rPr lang="en-US" dirty="0"/>
            <a:t> </a:t>
          </a:r>
          <a:r>
            <a:rPr lang="en-US" dirty="0" err="1"/>
            <a:t>pemrograman</a:t>
          </a:r>
          <a:r>
            <a:rPr lang="en-US" dirty="0"/>
            <a:t> server-side</a:t>
          </a:r>
        </a:p>
      </dgm:t>
    </dgm:pt>
    <dgm:pt modelId="{7D2A54E8-E686-4F1B-8C1D-BB69B14ED5E1}" type="parTrans" cxnId="{E25A3743-5FDC-4F04-B7DF-BCBEFE1C9340}">
      <dgm:prSet/>
      <dgm:spPr/>
      <dgm:t>
        <a:bodyPr/>
        <a:lstStyle/>
        <a:p>
          <a:endParaRPr lang="en-US"/>
        </a:p>
      </dgm:t>
    </dgm:pt>
    <dgm:pt modelId="{B41865F4-B8C3-4EE6-B58A-BB03F4215CC2}" type="sibTrans" cxnId="{E25A3743-5FDC-4F04-B7DF-BCBEFE1C9340}">
      <dgm:prSet/>
      <dgm:spPr/>
      <dgm:t>
        <a:bodyPr/>
        <a:lstStyle/>
        <a:p>
          <a:endParaRPr lang="en-US"/>
        </a:p>
      </dgm:t>
    </dgm:pt>
    <dgm:pt modelId="{1739FB41-3886-4D5B-ACCF-79961DEC97B2}">
      <dgm:prSet/>
      <dgm:spPr/>
      <dgm:t>
        <a:bodyPr/>
        <a:lstStyle/>
        <a:p>
          <a:r>
            <a:rPr lang="en-US" dirty="0"/>
            <a:t>• </a:t>
          </a:r>
          <a:r>
            <a:rPr lang="en-US" altLang="en-US" dirty="0" err="1"/>
            <a:t>Merupakan</a:t>
          </a:r>
          <a:r>
            <a:rPr lang="en-US" altLang="en-US" dirty="0"/>
            <a:t> </a:t>
          </a:r>
          <a:r>
            <a:rPr lang="en-US" altLang="en-US" dirty="0" err="1"/>
            <a:t>bahasa</a:t>
          </a:r>
          <a:r>
            <a:rPr lang="en-US" altLang="en-US" dirty="0"/>
            <a:t> script server-side </a:t>
          </a:r>
          <a:r>
            <a:rPr lang="en-US" altLang="en-US" dirty="0" err="1"/>
            <a:t>untuk</a:t>
          </a:r>
          <a:r>
            <a:rPr lang="en-US" altLang="en-US" dirty="0"/>
            <a:t> </a:t>
          </a:r>
          <a:r>
            <a:rPr lang="en-US" altLang="en-US" dirty="0" err="1"/>
            <a:t>pemograman</a:t>
          </a:r>
          <a:r>
            <a:rPr lang="en-US" altLang="en-US" dirty="0"/>
            <a:t> web</a:t>
          </a:r>
          <a:endParaRPr lang="en-US" dirty="0"/>
        </a:p>
      </dgm:t>
    </dgm:pt>
    <dgm:pt modelId="{6E826570-B3CC-4874-B8B0-372E690759D0}" type="parTrans" cxnId="{B5E1918C-FDDA-48A2-8630-A592EA871196}">
      <dgm:prSet/>
      <dgm:spPr/>
      <dgm:t>
        <a:bodyPr/>
        <a:lstStyle/>
        <a:p>
          <a:endParaRPr lang="en-US"/>
        </a:p>
      </dgm:t>
    </dgm:pt>
    <dgm:pt modelId="{7438573A-BDDF-4072-8A3B-F303DDF3093D}" type="sibTrans" cxnId="{B5E1918C-FDDA-48A2-8630-A592EA871196}">
      <dgm:prSet/>
      <dgm:spPr/>
      <dgm:t>
        <a:bodyPr/>
        <a:lstStyle/>
        <a:p>
          <a:endParaRPr lang="en-US"/>
        </a:p>
      </dgm:t>
    </dgm:pt>
    <dgm:pt modelId="{9004051F-2F3D-40F4-A859-FB268363132B}">
      <dgm:prSet/>
      <dgm:spPr/>
      <dgm:t>
        <a:bodyPr/>
        <a:lstStyle/>
        <a:p>
          <a:r>
            <a:rPr lang="en-US" dirty="0"/>
            <a:t>• </a:t>
          </a:r>
          <a:r>
            <a:rPr lang="en-US" altLang="en-US" dirty="0"/>
            <a:t>Di </a:t>
          </a:r>
          <a:r>
            <a:rPr lang="en-US" altLang="en-US" dirty="0" err="1"/>
            <a:t>buat</a:t>
          </a:r>
          <a:r>
            <a:rPr lang="en-US" altLang="en-US" dirty="0"/>
            <a:t> </a:t>
          </a:r>
          <a:r>
            <a:rPr lang="en-US" altLang="en-US" dirty="0" err="1"/>
            <a:t>pertama</a:t>
          </a:r>
          <a:r>
            <a:rPr lang="en-US" altLang="en-US" dirty="0"/>
            <a:t> kali oleh Rasmus </a:t>
          </a:r>
          <a:r>
            <a:rPr lang="en-US" altLang="en-US" dirty="0" err="1"/>
            <a:t>Lerdoff</a:t>
          </a:r>
          <a:endParaRPr lang="en-US" dirty="0"/>
        </a:p>
      </dgm:t>
    </dgm:pt>
    <dgm:pt modelId="{858D5860-1DBC-4CB8-BB99-AAD3F9694624}" type="parTrans" cxnId="{EC3B1676-218C-4B0E-93BD-37D43FAAADE9}">
      <dgm:prSet/>
      <dgm:spPr/>
      <dgm:t>
        <a:bodyPr/>
        <a:lstStyle/>
        <a:p>
          <a:endParaRPr lang="en-US"/>
        </a:p>
      </dgm:t>
    </dgm:pt>
    <dgm:pt modelId="{BB07CA16-DC54-4837-B9F4-06918FC2758A}" type="sibTrans" cxnId="{EC3B1676-218C-4B0E-93BD-37D43FAAADE9}">
      <dgm:prSet/>
      <dgm:spPr/>
      <dgm:t>
        <a:bodyPr/>
        <a:lstStyle/>
        <a:p>
          <a:endParaRPr lang="en-US"/>
        </a:p>
      </dgm:t>
    </dgm:pt>
    <dgm:pt modelId="{0F127833-57F1-4589-9269-9FA189901DD7}">
      <dgm:prSet/>
      <dgm:spPr/>
      <dgm:t>
        <a:bodyPr/>
        <a:lstStyle/>
        <a:p>
          <a:r>
            <a:rPr lang="en-US" dirty="0"/>
            <a:t>• PHP </a:t>
          </a:r>
          <a:r>
            <a:rPr lang="en-US" dirty="0" err="1"/>
            <a:t>dapat</a:t>
          </a:r>
          <a:r>
            <a:rPr lang="en-US" dirty="0"/>
            <a:t> </a:t>
          </a:r>
          <a:r>
            <a:rPr lang="en-US" dirty="0" err="1"/>
            <a:t>disisipkan</a:t>
          </a:r>
          <a:r>
            <a:rPr lang="en-US" dirty="0"/>
            <a:t> </a:t>
          </a:r>
          <a:r>
            <a:rPr lang="en-US" dirty="0" err="1"/>
            <a:t>ke</a:t>
          </a:r>
          <a:r>
            <a:rPr lang="en-US" dirty="0"/>
            <a:t> </a:t>
          </a:r>
          <a:r>
            <a:rPr lang="en-US" dirty="0" err="1"/>
            <a:t>dalam</a:t>
          </a:r>
          <a:r>
            <a:rPr lang="en-US" dirty="0"/>
            <a:t> HTML</a:t>
          </a:r>
        </a:p>
      </dgm:t>
    </dgm:pt>
    <dgm:pt modelId="{49EAF34E-39CC-49C9-87EC-B85124F7CB66}" type="parTrans" cxnId="{5A8198C0-AD7F-4431-92C8-3C8C53962154}">
      <dgm:prSet/>
      <dgm:spPr/>
      <dgm:t>
        <a:bodyPr/>
        <a:lstStyle/>
        <a:p>
          <a:endParaRPr lang="en-US"/>
        </a:p>
      </dgm:t>
    </dgm:pt>
    <dgm:pt modelId="{3869EBF2-9D49-4122-AF1E-C1A24B21BF5C}" type="sibTrans" cxnId="{5A8198C0-AD7F-4431-92C8-3C8C53962154}">
      <dgm:prSet/>
      <dgm:spPr/>
      <dgm:t>
        <a:bodyPr/>
        <a:lstStyle/>
        <a:p>
          <a:endParaRPr lang="en-US"/>
        </a:p>
      </dgm:t>
    </dgm:pt>
    <dgm:pt modelId="{293FA6C1-8B77-4B0E-8B67-6B503AC44079}" type="pres">
      <dgm:prSet presAssocID="{25F64920-61B3-44AB-AD56-09C0E8B2A67F}" presName="vert0" presStyleCnt="0">
        <dgm:presLayoutVars>
          <dgm:dir/>
          <dgm:animOne val="branch"/>
          <dgm:animLvl val="lvl"/>
        </dgm:presLayoutVars>
      </dgm:prSet>
      <dgm:spPr/>
    </dgm:pt>
    <dgm:pt modelId="{E5EBA21A-609E-456E-A096-A1617840DA7D}" type="pres">
      <dgm:prSet presAssocID="{1C76E3ED-DF5D-4E79-91F6-677E1B8CB7FB}" presName="thickLine" presStyleLbl="alignNode1" presStyleIdx="0" presStyleCnt="4"/>
      <dgm:spPr/>
    </dgm:pt>
    <dgm:pt modelId="{92C7B29E-4D7A-433D-B1AC-42C54FD73C85}" type="pres">
      <dgm:prSet presAssocID="{1C76E3ED-DF5D-4E79-91F6-677E1B8CB7FB}" presName="horz1" presStyleCnt="0"/>
      <dgm:spPr/>
    </dgm:pt>
    <dgm:pt modelId="{70DC38F4-7BA1-40BF-ABA7-B7D9BCCEE4AA}" type="pres">
      <dgm:prSet presAssocID="{1C76E3ED-DF5D-4E79-91F6-677E1B8CB7FB}" presName="tx1" presStyleLbl="revTx" presStyleIdx="0" presStyleCnt="4"/>
      <dgm:spPr/>
    </dgm:pt>
    <dgm:pt modelId="{C74F7CB6-98DA-448E-A2A6-F89EB50437B7}" type="pres">
      <dgm:prSet presAssocID="{1C76E3ED-DF5D-4E79-91F6-677E1B8CB7FB}" presName="vert1" presStyleCnt="0"/>
      <dgm:spPr/>
    </dgm:pt>
    <dgm:pt modelId="{360EF5A7-B78E-48C0-BD7D-A768A18523D8}" type="pres">
      <dgm:prSet presAssocID="{1739FB41-3886-4D5B-ACCF-79961DEC97B2}" presName="thickLine" presStyleLbl="alignNode1" presStyleIdx="1" presStyleCnt="4"/>
      <dgm:spPr/>
    </dgm:pt>
    <dgm:pt modelId="{07B66CF7-14B3-403C-B7CC-14C2B62907D1}" type="pres">
      <dgm:prSet presAssocID="{1739FB41-3886-4D5B-ACCF-79961DEC97B2}" presName="horz1" presStyleCnt="0"/>
      <dgm:spPr/>
    </dgm:pt>
    <dgm:pt modelId="{0BDB113D-468A-4E2C-99C7-5823F4A15EB7}" type="pres">
      <dgm:prSet presAssocID="{1739FB41-3886-4D5B-ACCF-79961DEC97B2}" presName="tx1" presStyleLbl="revTx" presStyleIdx="1" presStyleCnt="4"/>
      <dgm:spPr/>
    </dgm:pt>
    <dgm:pt modelId="{614CD3F8-6964-4428-9231-3340E908F4F0}" type="pres">
      <dgm:prSet presAssocID="{1739FB41-3886-4D5B-ACCF-79961DEC97B2}" presName="vert1" presStyleCnt="0"/>
      <dgm:spPr/>
    </dgm:pt>
    <dgm:pt modelId="{3EB87350-C9E2-4CA5-BCC7-E025AECC9E15}" type="pres">
      <dgm:prSet presAssocID="{9004051F-2F3D-40F4-A859-FB268363132B}" presName="thickLine" presStyleLbl="alignNode1" presStyleIdx="2" presStyleCnt="4"/>
      <dgm:spPr/>
    </dgm:pt>
    <dgm:pt modelId="{E3EE5A6A-C2BE-4662-8061-27FF463257F8}" type="pres">
      <dgm:prSet presAssocID="{9004051F-2F3D-40F4-A859-FB268363132B}" presName="horz1" presStyleCnt="0"/>
      <dgm:spPr/>
    </dgm:pt>
    <dgm:pt modelId="{15280D23-14E1-4224-8E4B-2C1C1F62AF3F}" type="pres">
      <dgm:prSet presAssocID="{9004051F-2F3D-40F4-A859-FB268363132B}" presName="tx1" presStyleLbl="revTx" presStyleIdx="2" presStyleCnt="4"/>
      <dgm:spPr/>
    </dgm:pt>
    <dgm:pt modelId="{39DC1BC5-2D35-4720-8767-81035464EBD2}" type="pres">
      <dgm:prSet presAssocID="{9004051F-2F3D-40F4-A859-FB268363132B}" presName="vert1" presStyleCnt="0"/>
      <dgm:spPr/>
    </dgm:pt>
    <dgm:pt modelId="{79D41C52-7CA9-4214-B251-75E7258701E0}" type="pres">
      <dgm:prSet presAssocID="{0F127833-57F1-4589-9269-9FA189901DD7}" presName="thickLine" presStyleLbl="alignNode1" presStyleIdx="3" presStyleCnt="4"/>
      <dgm:spPr/>
    </dgm:pt>
    <dgm:pt modelId="{9E1ADE1B-15D6-42B7-B163-0BC6D90F3DA0}" type="pres">
      <dgm:prSet presAssocID="{0F127833-57F1-4589-9269-9FA189901DD7}" presName="horz1" presStyleCnt="0"/>
      <dgm:spPr/>
    </dgm:pt>
    <dgm:pt modelId="{1283D74E-AFE4-4218-BB19-1FA1C7EC8226}" type="pres">
      <dgm:prSet presAssocID="{0F127833-57F1-4589-9269-9FA189901DD7}" presName="tx1" presStyleLbl="revTx" presStyleIdx="3" presStyleCnt="4"/>
      <dgm:spPr/>
    </dgm:pt>
    <dgm:pt modelId="{F442A04C-C1D3-428B-8696-5662EF16DC15}" type="pres">
      <dgm:prSet presAssocID="{0F127833-57F1-4589-9269-9FA189901DD7}" presName="vert1" presStyleCnt="0"/>
      <dgm:spPr/>
    </dgm:pt>
  </dgm:ptLst>
  <dgm:cxnLst>
    <dgm:cxn modelId="{F9FAAE2B-B1F4-4769-BB24-3C854E9F28AE}" type="presOf" srcId="{1C76E3ED-DF5D-4E79-91F6-677E1B8CB7FB}" destId="{70DC38F4-7BA1-40BF-ABA7-B7D9BCCEE4AA}" srcOrd="0" destOrd="0" presId="urn:microsoft.com/office/officeart/2008/layout/LinedList"/>
    <dgm:cxn modelId="{31F0223D-A512-40C4-BFFC-040747482930}" type="presOf" srcId="{9004051F-2F3D-40F4-A859-FB268363132B}" destId="{15280D23-14E1-4224-8E4B-2C1C1F62AF3F}" srcOrd="0" destOrd="0" presId="urn:microsoft.com/office/officeart/2008/layout/LinedList"/>
    <dgm:cxn modelId="{E25A3743-5FDC-4F04-B7DF-BCBEFE1C9340}" srcId="{25F64920-61B3-44AB-AD56-09C0E8B2A67F}" destId="{1C76E3ED-DF5D-4E79-91F6-677E1B8CB7FB}" srcOrd="0" destOrd="0" parTransId="{7D2A54E8-E686-4F1B-8C1D-BB69B14ED5E1}" sibTransId="{B41865F4-B8C3-4EE6-B58A-BB03F4215CC2}"/>
    <dgm:cxn modelId="{EC3B1676-218C-4B0E-93BD-37D43FAAADE9}" srcId="{25F64920-61B3-44AB-AD56-09C0E8B2A67F}" destId="{9004051F-2F3D-40F4-A859-FB268363132B}" srcOrd="2" destOrd="0" parTransId="{858D5860-1DBC-4CB8-BB99-AAD3F9694624}" sibTransId="{BB07CA16-DC54-4837-B9F4-06918FC2758A}"/>
    <dgm:cxn modelId="{6DC29B80-E4E9-43C9-99D5-28E2105D4009}" type="presOf" srcId="{25F64920-61B3-44AB-AD56-09C0E8B2A67F}" destId="{293FA6C1-8B77-4B0E-8B67-6B503AC44079}" srcOrd="0" destOrd="0" presId="urn:microsoft.com/office/officeart/2008/layout/LinedList"/>
    <dgm:cxn modelId="{A8E49283-3B8D-4E77-B6B8-4403FF21E89F}" type="presOf" srcId="{0F127833-57F1-4589-9269-9FA189901DD7}" destId="{1283D74E-AFE4-4218-BB19-1FA1C7EC8226}" srcOrd="0" destOrd="0" presId="urn:microsoft.com/office/officeart/2008/layout/LinedList"/>
    <dgm:cxn modelId="{B5E1918C-FDDA-48A2-8630-A592EA871196}" srcId="{25F64920-61B3-44AB-AD56-09C0E8B2A67F}" destId="{1739FB41-3886-4D5B-ACCF-79961DEC97B2}" srcOrd="1" destOrd="0" parTransId="{6E826570-B3CC-4874-B8B0-372E690759D0}" sibTransId="{7438573A-BDDF-4072-8A3B-F303DDF3093D}"/>
    <dgm:cxn modelId="{5A8198C0-AD7F-4431-92C8-3C8C53962154}" srcId="{25F64920-61B3-44AB-AD56-09C0E8B2A67F}" destId="{0F127833-57F1-4589-9269-9FA189901DD7}" srcOrd="3" destOrd="0" parTransId="{49EAF34E-39CC-49C9-87EC-B85124F7CB66}" sibTransId="{3869EBF2-9D49-4122-AF1E-C1A24B21BF5C}"/>
    <dgm:cxn modelId="{077EB5E7-B269-49C0-B79D-D5099B9AE8B4}" type="presOf" srcId="{1739FB41-3886-4D5B-ACCF-79961DEC97B2}" destId="{0BDB113D-468A-4E2C-99C7-5823F4A15EB7}" srcOrd="0" destOrd="0" presId="urn:microsoft.com/office/officeart/2008/layout/LinedList"/>
    <dgm:cxn modelId="{F310C7BD-8902-48CF-833A-2BB4878B3ABC}" type="presParOf" srcId="{293FA6C1-8B77-4B0E-8B67-6B503AC44079}" destId="{E5EBA21A-609E-456E-A096-A1617840DA7D}" srcOrd="0" destOrd="0" presId="urn:microsoft.com/office/officeart/2008/layout/LinedList"/>
    <dgm:cxn modelId="{6F06935D-F530-4CC7-BE99-735958AD566D}" type="presParOf" srcId="{293FA6C1-8B77-4B0E-8B67-6B503AC44079}" destId="{92C7B29E-4D7A-433D-B1AC-42C54FD73C85}" srcOrd="1" destOrd="0" presId="urn:microsoft.com/office/officeart/2008/layout/LinedList"/>
    <dgm:cxn modelId="{9BEDE2A3-3279-4256-9A1B-53BB0F5E10A3}" type="presParOf" srcId="{92C7B29E-4D7A-433D-B1AC-42C54FD73C85}" destId="{70DC38F4-7BA1-40BF-ABA7-B7D9BCCEE4AA}" srcOrd="0" destOrd="0" presId="urn:microsoft.com/office/officeart/2008/layout/LinedList"/>
    <dgm:cxn modelId="{C1506590-EBBB-4746-91F3-70F2885BE1AD}" type="presParOf" srcId="{92C7B29E-4D7A-433D-B1AC-42C54FD73C85}" destId="{C74F7CB6-98DA-448E-A2A6-F89EB50437B7}" srcOrd="1" destOrd="0" presId="urn:microsoft.com/office/officeart/2008/layout/LinedList"/>
    <dgm:cxn modelId="{32186187-E80E-4A73-8B9D-A9862674B3A7}" type="presParOf" srcId="{293FA6C1-8B77-4B0E-8B67-6B503AC44079}" destId="{360EF5A7-B78E-48C0-BD7D-A768A18523D8}" srcOrd="2" destOrd="0" presId="urn:microsoft.com/office/officeart/2008/layout/LinedList"/>
    <dgm:cxn modelId="{3554BE2D-69A1-4A24-8D67-119792F27D0C}" type="presParOf" srcId="{293FA6C1-8B77-4B0E-8B67-6B503AC44079}" destId="{07B66CF7-14B3-403C-B7CC-14C2B62907D1}" srcOrd="3" destOrd="0" presId="urn:microsoft.com/office/officeart/2008/layout/LinedList"/>
    <dgm:cxn modelId="{66AEA383-8649-4504-8872-DFEF80AF1499}" type="presParOf" srcId="{07B66CF7-14B3-403C-B7CC-14C2B62907D1}" destId="{0BDB113D-468A-4E2C-99C7-5823F4A15EB7}" srcOrd="0" destOrd="0" presId="urn:microsoft.com/office/officeart/2008/layout/LinedList"/>
    <dgm:cxn modelId="{52B1CF8D-F354-497E-A71A-BF6F5734F668}" type="presParOf" srcId="{07B66CF7-14B3-403C-B7CC-14C2B62907D1}" destId="{614CD3F8-6964-4428-9231-3340E908F4F0}" srcOrd="1" destOrd="0" presId="urn:microsoft.com/office/officeart/2008/layout/LinedList"/>
    <dgm:cxn modelId="{67189B5A-8677-432E-82AD-1203B9AC53E8}" type="presParOf" srcId="{293FA6C1-8B77-4B0E-8B67-6B503AC44079}" destId="{3EB87350-C9E2-4CA5-BCC7-E025AECC9E15}" srcOrd="4" destOrd="0" presId="urn:microsoft.com/office/officeart/2008/layout/LinedList"/>
    <dgm:cxn modelId="{98977826-20A3-4B4A-8DC4-77589C76C7CF}" type="presParOf" srcId="{293FA6C1-8B77-4B0E-8B67-6B503AC44079}" destId="{E3EE5A6A-C2BE-4662-8061-27FF463257F8}" srcOrd="5" destOrd="0" presId="urn:microsoft.com/office/officeart/2008/layout/LinedList"/>
    <dgm:cxn modelId="{19437192-B813-40A2-B934-D5E9B21531CB}" type="presParOf" srcId="{E3EE5A6A-C2BE-4662-8061-27FF463257F8}" destId="{15280D23-14E1-4224-8E4B-2C1C1F62AF3F}" srcOrd="0" destOrd="0" presId="urn:microsoft.com/office/officeart/2008/layout/LinedList"/>
    <dgm:cxn modelId="{E52AEE58-0198-41E6-B6AE-183201DC909E}" type="presParOf" srcId="{E3EE5A6A-C2BE-4662-8061-27FF463257F8}" destId="{39DC1BC5-2D35-4720-8767-81035464EBD2}" srcOrd="1" destOrd="0" presId="urn:microsoft.com/office/officeart/2008/layout/LinedList"/>
    <dgm:cxn modelId="{CDA43980-3525-4CBE-9933-542D35BFE9A8}" type="presParOf" srcId="{293FA6C1-8B77-4B0E-8B67-6B503AC44079}" destId="{79D41C52-7CA9-4214-B251-75E7258701E0}" srcOrd="6" destOrd="0" presId="urn:microsoft.com/office/officeart/2008/layout/LinedList"/>
    <dgm:cxn modelId="{405ECD9E-8073-4B1D-8757-89D2BC7B34D3}" type="presParOf" srcId="{293FA6C1-8B77-4B0E-8B67-6B503AC44079}" destId="{9E1ADE1B-15D6-42B7-B163-0BC6D90F3DA0}" srcOrd="7" destOrd="0" presId="urn:microsoft.com/office/officeart/2008/layout/LinedList"/>
    <dgm:cxn modelId="{5A94AD6A-664A-461E-9EDC-A78F845E5294}" type="presParOf" srcId="{9E1ADE1B-15D6-42B7-B163-0BC6D90F3DA0}" destId="{1283D74E-AFE4-4218-BB19-1FA1C7EC8226}" srcOrd="0" destOrd="0" presId="urn:microsoft.com/office/officeart/2008/layout/LinedList"/>
    <dgm:cxn modelId="{6158F326-CA1E-4836-B4DD-791DFBDDA32F}" type="presParOf" srcId="{9E1ADE1B-15D6-42B7-B163-0BC6D90F3DA0}" destId="{F442A04C-C1D3-428B-8696-5662EF16DC1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F64920-61B3-44AB-AD56-09C0E8B2A67F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C76E3ED-DF5D-4E79-91F6-677E1B8CB7FB}">
      <dgm:prSet/>
      <dgm:spPr/>
      <dgm:t>
        <a:bodyPr/>
        <a:lstStyle/>
        <a:p>
          <a:r>
            <a:rPr lang="en-US" dirty="0"/>
            <a:t>• B</a:t>
          </a:r>
          <a:r>
            <a:rPr lang="en-ID" i="0" dirty="0" err="1"/>
            <a:t>ahasa</a:t>
          </a:r>
          <a:r>
            <a:rPr lang="en-ID" i="0" dirty="0"/>
            <a:t> </a:t>
          </a:r>
          <a:r>
            <a:rPr lang="en-ID" i="0" dirty="0" err="1"/>
            <a:t>pemrograman</a:t>
          </a:r>
          <a:r>
            <a:rPr lang="en-ID" i="0" dirty="0"/>
            <a:t> yang </a:t>
          </a:r>
          <a:r>
            <a:rPr lang="en-ID" i="0" dirty="0" err="1"/>
            <a:t>berjalan</a:t>
          </a:r>
          <a:r>
            <a:rPr lang="en-ID" i="0" dirty="0"/>
            <a:t> di </a:t>
          </a:r>
          <a:r>
            <a:rPr lang="en-ID" i="0" dirty="0" err="1"/>
            <a:t>sisi</a:t>
          </a:r>
          <a:r>
            <a:rPr lang="en-ID" i="0" dirty="0"/>
            <a:t> server </a:t>
          </a:r>
          <a:r>
            <a:rPr lang="en-ID" i="1" dirty="0"/>
            <a:t>(server-side scripting)</a:t>
          </a:r>
          <a:endParaRPr lang="en-US" dirty="0"/>
        </a:p>
      </dgm:t>
    </dgm:pt>
    <dgm:pt modelId="{7D2A54E8-E686-4F1B-8C1D-BB69B14ED5E1}" type="parTrans" cxnId="{E25A3743-5FDC-4F04-B7DF-BCBEFE1C9340}">
      <dgm:prSet/>
      <dgm:spPr/>
      <dgm:t>
        <a:bodyPr/>
        <a:lstStyle/>
        <a:p>
          <a:endParaRPr lang="en-US"/>
        </a:p>
      </dgm:t>
    </dgm:pt>
    <dgm:pt modelId="{B41865F4-B8C3-4EE6-B58A-BB03F4215CC2}" type="sibTrans" cxnId="{E25A3743-5FDC-4F04-B7DF-BCBEFE1C9340}">
      <dgm:prSet/>
      <dgm:spPr/>
      <dgm:t>
        <a:bodyPr/>
        <a:lstStyle/>
        <a:p>
          <a:endParaRPr lang="en-US"/>
        </a:p>
      </dgm:t>
    </dgm:pt>
    <dgm:pt modelId="{1739FB41-3886-4D5B-ACCF-79961DEC97B2}">
      <dgm:prSet/>
      <dgm:spPr/>
      <dgm:t>
        <a:bodyPr/>
        <a:lstStyle/>
        <a:p>
          <a:r>
            <a:rPr lang="en-US" dirty="0"/>
            <a:t>• </a:t>
          </a:r>
          <a:r>
            <a:rPr lang="en-US" dirty="0" err="1"/>
            <a:t>Digunakan</a:t>
          </a:r>
          <a:r>
            <a:rPr lang="en-US" dirty="0"/>
            <a:t> </a:t>
          </a:r>
          <a:r>
            <a:rPr lang="en-US" dirty="0" err="1"/>
            <a:t>untuk</a:t>
          </a:r>
          <a:r>
            <a:rPr lang="en-US" dirty="0"/>
            <a:t> </a:t>
          </a:r>
          <a:r>
            <a:rPr lang="en-US" dirty="0" err="1"/>
            <a:t>membuat</a:t>
          </a:r>
          <a:r>
            <a:rPr lang="en-US" dirty="0"/>
            <a:t> </a:t>
          </a:r>
          <a:r>
            <a:rPr lang="en-US" dirty="0" err="1"/>
            <a:t>aplikasi</a:t>
          </a:r>
          <a:r>
            <a:rPr lang="en-US" dirty="0"/>
            <a:t> web </a:t>
          </a:r>
          <a:r>
            <a:rPr lang="en-US" dirty="0" err="1"/>
            <a:t>dinamis</a:t>
          </a:r>
          <a:endParaRPr lang="en-US" dirty="0"/>
        </a:p>
      </dgm:t>
    </dgm:pt>
    <dgm:pt modelId="{6E826570-B3CC-4874-B8B0-372E690759D0}" type="parTrans" cxnId="{B5E1918C-FDDA-48A2-8630-A592EA871196}">
      <dgm:prSet/>
      <dgm:spPr/>
      <dgm:t>
        <a:bodyPr/>
        <a:lstStyle/>
        <a:p>
          <a:endParaRPr lang="en-US"/>
        </a:p>
      </dgm:t>
    </dgm:pt>
    <dgm:pt modelId="{7438573A-BDDF-4072-8A3B-F303DDF3093D}" type="sibTrans" cxnId="{B5E1918C-FDDA-48A2-8630-A592EA871196}">
      <dgm:prSet/>
      <dgm:spPr/>
      <dgm:t>
        <a:bodyPr/>
        <a:lstStyle/>
        <a:p>
          <a:endParaRPr lang="en-US"/>
        </a:p>
      </dgm:t>
    </dgm:pt>
    <dgm:pt modelId="{9004051F-2F3D-40F4-A859-FB268363132B}">
      <dgm:prSet/>
      <dgm:spPr/>
      <dgm:t>
        <a:bodyPr/>
        <a:lstStyle/>
        <a:p>
          <a:r>
            <a:rPr lang="en-US" dirty="0"/>
            <a:t>• File PHP </a:t>
          </a:r>
          <a:r>
            <a:rPr lang="en-US" dirty="0" err="1"/>
            <a:t>berekstensi</a:t>
          </a:r>
          <a:r>
            <a:rPr lang="en-US" dirty="0"/>
            <a:t> .</a:t>
          </a:r>
          <a:r>
            <a:rPr lang="en-US" dirty="0" err="1"/>
            <a:t>php</a:t>
          </a:r>
          <a:endParaRPr lang="en-US" dirty="0"/>
        </a:p>
      </dgm:t>
    </dgm:pt>
    <dgm:pt modelId="{858D5860-1DBC-4CB8-BB99-AAD3F9694624}" type="parTrans" cxnId="{EC3B1676-218C-4B0E-93BD-37D43FAAADE9}">
      <dgm:prSet/>
      <dgm:spPr/>
      <dgm:t>
        <a:bodyPr/>
        <a:lstStyle/>
        <a:p>
          <a:endParaRPr lang="en-US"/>
        </a:p>
      </dgm:t>
    </dgm:pt>
    <dgm:pt modelId="{BB07CA16-DC54-4837-B9F4-06918FC2758A}" type="sibTrans" cxnId="{EC3B1676-218C-4B0E-93BD-37D43FAAADE9}">
      <dgm:prSet/>
      <dgm:spPr/>
      <dgm:t>
        <a:bodyPr/>
        <a:lstStyle/>
        <a:p>
          <a:endParaRPr lang="en-US"/>
        </a:p>
      </dgm:t>
    </dgm:pt>
    <dgm:pt modelId="{293FA6C1-8B77-4B0E-8B67-6B503AC44079}" type="pres">
      <dgm:prSet presAssocID="{25F64920-61B3-44AB-AD56-09C0E8B2A67F}" presName="vert0" presStyleCnt="0">
        <dgm:presLayoutVars>
          <dgm:dir/>
          <dgm:animOne val="branch"/>
          <dgm:animLvl val="lvl"/>
        </dgm:presLayoutVars>
      </dgm:prSet>
      <dgm:spPr/>
    </dgm:pt>
    <dgm:pt modelId="{E5EBA21A-609E-456E-A096-A1617840DA7D}" type="pres">
      <dgm:prSet presAssocID="{1C76E3ED-DF5D-4E79-91F6-677E1B8CB7FB}" presName="thickLine" presStyleLbl="alignNode1" presStyleIdx="0" presStyleCnt="3"/>
      <dgm:spPr/>
    </dgm:pt>
    <dgm:pt modelId="{92C7B29E-4D7A-433D-B1AC-42C54FD73C85}" type="pres">
      <dgm:prSet presAssocID="{1C76E3ED-DF5D-4E79-91F6-677E1B8CB7FB}" presName="horz1" presStyleCnt="0"/>
      <dgm:spPr/>
    </dgm:pt>
    <dgm:pt modelId="{70DC38F4-7BA1-40BF-ABA7-B7D9BCCEE4AA}" type="pres">
      <dgm:prSet presAssocID="{1C76E3ED-DF5D-4E79-91F6-677E1B8CB7FB}" presName="tx1" presStyleLbl="revTx" presStyleIdx="0" presStyleCnt="3"/>
      <dgm:spPr/>
    </dgm:pt>
    <dgm:pt modelId="{C74F7CB6-98DA-448E-A2A6-F89EB50437B7}" type="pres">
      <dgm:prSet presAssocID="{1C76E3ED-DF5D-4E79-91F6-677E1B8CB7FB}" presName="vert1" presStyleCnt="0"/>
      <dgm:spPr/>
    </dgm:pt>
    <dgm:pt modelId="{360EF5A7-B78E-48C0-BD7D-A768A18523D8}" type="pres">
      <dgm:prSet presAssocID="{1739FB41-3886-4D5B-ACCF-79961DEC97B2}" presName="thickLine" presStyleLbl="alignNode1" presStyleIdx="1" presStyleCnt="3"/>
      <dgm:spPr/>
    </dgm:pt>
    <dgm:pt modelId="{07B66CF7-14B3-403C-B7CC-14C2B62907D1}" type="pres">
      <dgm:prSet presAssocID="{1739FB41-3886-4D5B-ACCF-79961DEC97B2}" presName="horz1" presStyleCnt="0"/>
      <dgm:spPr/>
    </dgm:pt>
    <dgm:pt modelId="{0BDB113D-468A-4E2C-99C7-5823F4A15EB7}" type="pres">
      <dgm:prSet presAssocID="{1739FB41-3886-4D5B-ACCF-79961DEC97B2}" presName="tx1" presStyleLbl="revTx" presStyleIdx="1" presStyleCnt="3"/>
      <dgm:spPr/>
    </dgm:pt>
    <dgm:pt modelId="{614CD3F8-6964-4428-9231-3340E908F4F0}" type="pres">
      <dgm:prSet presAssocID="{1739FB41-3886-4D5B-ACCF-79961DEC97B2}" presName="vert1" presStyleCnt="0"/>
      <dgm:spPr/>
    </dgm:pt>
    <dgm:pt modelId="{3EB87350-C9E2-4CA5-BCC7-E025AECC9E15}" type="pres">
      <dgm:prSet presAssocID="{9004051F-2F3D-40F4-A859-FB268363132B}" presName="thickLine" presStyleLbl="alignNode1" presStyleIdx="2" presStyleCnt="3"/>
      <dgm:spPr/>
    </dgm:pt>
    <dgm:pt modelId="{E3EE5A6A-C2BE-4662-8061-27FF463257F8}" type="pres">
      <dgm:prSet presAssocID="{9004051F-2F3D-40F4-A859-FB268363132B}" presName="horz1" presStyleCnt="0"/>
      <dgm:spPr/>
    </dgm:pt>
    <dgm:pt modelId="{15280D23-14E1-4224-8E4B-2C1C1F62AF3F}" type="pres">
      <dgm:prSet presAssocID="{9004051F-2F3D-40F4-A859-FB268363132B}" presName="tx1" presStyleLbl="revTx" presStyleIdx="2" presStyleCnt="3"/>
      <dgm:spPr/>
    </dgm:pt>
    <dgm:pt modelId="{39DC1BC5-2D35-4720-8767-81035464EBD2}" type="pres">
      <dgm:prSet presAssocID="{9004051F-2F3D-40F4-A859-FB268363132B}" presName="vert1" presStyleCnt="0"/>
      <dgm:spPr/>
    </dgm:pt>
  </dgm:ptLst>
  <dgm:cxnLst>
    <dgm:cxn modelId="{F9FAAE2B-B1F4-4769-BB24-3C854E9F28AE}" type="presOf" srcId="{1C76E3ED-DF5D-4E79-91F6-677E1B8CB7FB}" destId="{70DC38F4-7BA1-40BF-ABA7-B7D9BCCEE4AA}" srcOrd="0" destOrd="0" presId="urn:microsoft.com/office/officeart/2008/layout/LinedList"/>
    <dgm:cxn modelId="{31F0223D-A512-40C4-BFFC-040747482930}" type="presOf" srcId="{9004051F-2F3D-40F4-A859-FB268363132B}" destId="{15280D23-14E1-4224-8E4B-2C1C1F62AF3F}" srcOrd="0" destOrd="0" presId="urn:microsoft.com/office/officeart/2008/layout/LinedList"/>
    <dgm:cxn modelId="{E25A3743-5FDC-4F04-B7DF-BCBEFE1C9340}" srcId="{25F64920-61B3-44AB-AD56-09C0E8B2A67F}" destId="{1C76E3ED-DF5D-4E79-91F6-677E1B8CB7FB}" srcOrd="0" destOrd="0" parTransId="{7D2A54E8-E686-4F1B-8C1D-BB69B14ED5E1}" sibTransId="{B41865F4-B8C3-4EE6-B58A-BB03F4215CC2}"/>
    <dgm:cxn modelId="{EC3B1676-218C-4B0E-93BD-37D43FAAADE9}" srcId="{25F64920-61B3-44AB-AD56-09C0E8B2A67F}" destId="{9004051F-2F3D-40F4-A859-FB268363132B}" srcOrd="2" destOrd="0" parTransId="{858D5860-1DBC-4CB8-BB99-AAD3F9694624}" sibTransId="{BB07CA16-DC54-4837-B9F4-06918FC2758A}"/>
    <dgm:cxn modelId="{6DC29B80-E4E9-43C9-99D5-28E2105D4009}" type="presOf" srcId="{25F64920-61B3-44AB-AD56-09C0E8B2A67F}" destId="{293FA6C1-8B77-4B0E-8B67-6B503AC44079}" srcOrd="0" destOrd="0" presId="urn:microsoft.com/office/officeart/2008/layout/LinedList"/>
    <dgm:cxn modelId="{B5E1918C-FDDA-48A2-8630-A592EA871196}" srcId="{25F64920-61B3-44AB-AD56-09C0E8B2A67F}" destId="{1739FB41-3886-4D5B-ACCF-79961DEC97B2}" srcOrd="1" destOrd="0" parTransId="{6E826570-B3CC-4874-B8B0-372E690759D0}" sibTransId="{7438573A-BDDF-4072-8A3B-F303DDF3093D}"/>
    <dgm:cxn modelId="{077EB5E7-B269-49C0-B79D-D5099B9AE8B4}" type="presOf" srcId="{1739FB41-3886-4D5B-ACCF-79961DEC97B2}" destId="{0BDB113D-468A-4E2C-99C7-5823F4A15EB7}" srcOrd="0" destOrd="0" presId="urn:microsoft.com/office/officeart/2008/layout/LinedList"/>
    <dgm:cxn modelId="{F310C7BD-8902-48CF-833A-2BB4878B3ABC}" type="presParOf" srcId="{293FA6C1-8B77-4B0E-8B67-6B503AC44079}" destId="{E5EBA21A-609E-456E-A096-A1617840DA7D}" srcOrd="0" destOrd="0" presId="urn:microsoft.com/office/officeart/2008/layout/LinedList"/>
    <dgm:cxn modelId="{6F06935D-F530-4CC7-BE99-735958AD566D}" type="presParOf" srcId="{293FA6C1-8B77-4B0E-8B67-6B503AC44079}" destId="{92C7B29E-4D7A-433D-B1AC-42C54FD73C85}" srcOrd="1" destOrd="0" presId="urn:microsoft.com/office/officeart/2008/layout/LinedList"/>
    <dgm:cxn modelId="{9BEDE2A3-3279-4256-9A1B-53BB0F5E10A3}" type="presParOf" srcId="{92C7B29E-4D7A-433D-B1AC-42C54FD73C85}" destId="{70DC38F4-7BA1-40BF-ABA7-B7D9BCCEE4AA}" srcOrd="0" destOrd="0" presId="urn:microsoft.com/office/officeart/2008/layout/LinedList"/>
    <dgm:cxn modelId="{C1506590-EBBB-4746-91F3-70F2885BE1AD}" type="presParOf" srcId="{92C7B29E-4D7A-433D-B1AC-42C54FD73C85}" destId="{C74F7CB6-98DA-448E-A2A6-F89EB50437B7}" srcOrd="1" destOrd="0" presId="urn:microsoft.com/office/officeart/2008/layout/LinedList"/>
    <dgm:cxn modelId="{32186187-E80E-4A73-8B9D-A9862674B3A7}" type="presParOf" srcId="{293FA6C1-8B77-4B0E-8B67-6B503AC44079}" destId="{360EF5A7-B78E-48C0-BD7D-A768A18523D8}" srcOrd="2" destOrd="0" presId="urn:microsoft.com/office/officeart/2008/layout/LinedList"/>
    <dgm:cxn modelId="{3554BE2D-69A1-4A24-8D67-119792F27D0C}" type="presParOf" srcId="{293FA6C1-8B77-4B0E-8B67-6B503AC44079}" destId="{07B66CF7-14B3-403C-B7CC-14C2B62907D1}" srcOrd="3" destOrd="0" presId="urn:microsoft.com/office/officeart/2008/layout/LinedList"/>
    <dgm:cxn modelId="{66AEA383-8649-4504-8872-DFEF80AF1499}" type="presParOf" srcId="{07B66CF7-14B3-403C-B7CC-14C2B62907D1}" destId="{0BDB113D-468A-4E2C-99C7-5823F4A15EB7}" srcOrd="0" destOrd="0" presId="urn:microsoft.com/office/officeart/2008/layout/LinedList"/>
    <dgm:cxn modelId="{52B1CF8D-F354-497E-A71A-BF6F5734F668}" type="presParOf" srcId="{07B66CF7-14B3-403C-B7CC-14C2B62907D1}" destId="{614CD3F8-6964-4428-9231-3340E908F4F0}" srcOrd="1" destOrd="0" presId="urn:microsoft.com/office/officeart/2008/layout/LinedList"/>
    <dgm:cxn modelId="{67189B5A-8677-432E-82AD-1203B9AC53E8}" type="presParOf" srcId="{293FA6C1-8B77-4B0E-8B67-6B503AC44079}" destId="{3EB87350-C9E2-4CA5-BCC7-E025AECC9E15}" srcOrd="4" destOrd="0" presId="urn:microsoft.com/office/officeart/2008/layout/LinedList"/>
    <dgm:cxn modelId="{98977826-20A3-4B4A-8DC4-77589C76C7CF}" type="presParOf" srcId="{293FA6C1-8B77-4B0E-8B67-6B503AC44079}" destId="{E3EE5A6A-C2BE-4662-8061-27FF463257F8}" srcOrd="5" destOrd="0" presId="urn:microsoft.com/office/officeart/2008/layout/LinedList"/>
    <dgm:cxn modelId="{19437192-B813-40A2-B934-D5E9B21531CB}" type="presParOf" srcId="{E3EE5A6A-C2BE-4662-8061-27FF463257F8}" destId="{15280D23-14E1-4224-8E4B-2C1C1F62AF3F}" srcOrd="0" destOrd="0" presId="urn:microsoft.com/office/officeart/2008/layout/LinedList"/>
    <dgm:cxn modelId="{E52AEE58-0198-41E6-B6AE-183201DC909E}" type="presParOf" srcId="{E3EE5A6A-C2BE-4662-8061-27FF463257F8}" destId="{39DC1BC5-2D35-4720-8767-81035464EBD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744BC1D-C39F-40E9-86D0-11C60452B2AC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C42B5C8-1966-4088-AAA9-25DFA1E89F9F}">
      <dgm:prSet/>
      <dgm:spPr/>
      <dgm:t>
        <a:bodyPr/>
        <a:lstStyle/>
        <a:p>
          <a:r>
            <a:rPr lang="en-US"/>
            <a:t>• Gratis (open-source)</a:t>
          </a:r>
        </a:p>
      </dgm:t>
    </dgm:pt>
    <dgm:pt modelId="{FB0718BC-2A90-4F1C-B6DC-C8D985955880}" type="parTrans" cxnId="{60A69307-B99D-43D1-8712-D318373A78C4}">
      <dgm:prSet/>
      <dgm:spPr/>
      <dgm:t>
        <a:bodyPr/>
        <a:lstStyle/>
        <a:p>
          <a:endParaRPr lang="en-US"/>
        </a:p>
      </dgm:t>
    </dgm:pt>
    <dgm:pt modelId="{C6BC5386-D8A1-4DDE-A482-FA7E80CEE520}" type="sibTrans" cxnId="{60A69307-B99D-43D1-8712-D318373A78C4}">
      <dgm:prSet/>
      <dgm:spPr/>
      <dgm:t>
        <a:bodyPr/>
        <a:lstStyle/>
        <a:p>
          <a:endParaRPr lang="en-US"/>
        </a:p>
      </dgm:t>
    </dgm:pt>
    <dgm:pt modelId="{6BE65CA5-B68F-44E5-900B-916CC8DE905B}">
      <dgm:prSet/>
      <dgm:spPr/>
      <dgm:t>
        <a:bodyPr/>
        <a:lstStyle/>
        <a:p>
          <a:r>
            <a:rPr lang="en-US"/>
            <a:t>• Mudah dipelajari</a:t>
          </a:r>
        </a:p>
      </dgm:t>
    </dgm:pt>
    <dgm:pt modelId="{ED2A2357-ACAB-4265-BCB0-039132699937}" type="parTrans" cxnId="{51807454-D7D9-406C-8932-12D6D020318D}">
      <dgm:prSet/>
      <dgm:spPr/>
      <dgm:t>
        <a:bodyPr/>
        <a:lstStyle/>
        <a:p>
          <a:endParaRPr lang="en-US"/>
        </a:p>
      </dgm:t>
    </dgm:pt>
    <dgm:pt modelId="{BD7B3572-3F66-4CDD-84C8-11371941BB3A}" type="sibTrans" cxnId="{51807454-D7D9-406C-8932-12D6D020318D}">
      <dgm:prSet/>
      <dgm:spPr/>
      <dgm:t>
        <a:bodyPr/>
        <a:lstStyle/>
        <a:p>
          <a:endParaRPr lang="en-US"/>
        </a:p>
      </dgm:t>
    </dgm:pt>
    <dgm:pt modelId="{46BE3186-24BE-4AC3-81DB-1537FDE4754D}">
      <dgm:prSet/>
      <dgm:spPr/>
      <dgm:t>
        <a:bodyPr/>
        <a:lstStyle/>
        <a:p>
          <a:r>
            <a:rPr lang="en-US"/>
            <a:t>• Multi-platform (Windows, Linux, Mac)</a:t>
          </a:r>
        </a:p>
      </dgm:t>
    </dgm:pt>
    <dgm:pt modelId="{BF0F776D-0662-4742-9F73-B09BFE0634D2}" type="parTrans" cxnId="{8A5FAC68-1740-4AEC-B3D2-3A9D51FDCFC8}">
      <dgm:prSet/>
      <dgm:spPr/>
      <dgm:t>
        <a:bodyPr/>
        <a:lstStyle/>
        <a:p>
          <a:endParaRPr lang="en-US"/>
        </a:p>
      </dgm:t>
    </dgm:pt>
    <dgm:pt modelId="{D991B57C-3148-44DE-8B1F-7F557E71894A}" type="sibTrans" cxnId="{8A5FAC68-1740-4AEC-B3D2-3A9D51FDCFC8}">
      <dgm:prSet/>
      <dgm:spPr/>
      <dgm:t>
        <a:bodyPr/>
        <a:lstStyle/>
        <a:p>
          <a:endParaRPr lang="en-US"/>
        </a:p>
      </dgm:t>
    </dgm:pt>
    <dgm:pt modelId="{9A8A6BDD-2D5E-40EE-AE9E-D76B960E9A5E}">
      <dgm:prSet/>
      <dgm:spPr/>
      <dgm:t>
        <a:bodyPr/>
        <a:lstStyle/>
        <a:p>
          <a:r>
            <a:rPr lang="en-US"/>
            <a:t>• Terintegrasi dengan HTML dan MySQL</a:t>
          </a:r>
        </a:p>
      </dgm:t>
    </dgm:pt>
    <dgm:pt modelId="{D6B09191-8914-4F91-9F6B-AE5C2653E752}" type="parTrans" cxnId="{3027FE88-9D0E-4C0A-9B91-E35D97199883}">
      <dgm:prSet/>
      <dgm:spPr/>
      <dgm:t>
        <a:bodyPr/>
        <a:lstStyle/>
        <a:p>
          <a:endParaRPr lang="en-US"/>
        </a:p>
      </dgm:t>
    </dgm:pt>
    <dgm:pt modelId="{66CE4FC6-6F4E-482C-929E-230342C61C48}" type="sibTrans" cxnId="{3027FE88-9D0E-4C0A-9B91-E35D97199883}">
      <dgm:prSet/>
      <dgm:spPr/>
      <dgm:t>
        <a:bodyPr/>
        <a:lstStyle/>
        <a:p>
          <a:endParaRPr lang="en-US"/>
        </a:p>
      </dgm:t>
    </dgm:pt>
    <dgm:pt modelId="{A377BED2-9D62-4DA1-954B-D83A198937A7}" type="pres">
      <dgm:prSet presAssocID="{5744BC1D-C39F-40E9-86D0-11C60452B2AC}" presName="diagram" presStyleCnt="0">
        <dgm:presLayoutVars>
          <dgm:dir/>
          <dgm:resizeHandles val="exact"/>
        </dgm:presLayoutVars>
      </dgm:prSet>
      <dgm:spPr/>
    </dgm:pt>
    <dgm:pt modelId="{A9E803E2-426B-4A75-95F3-09FF789F4637}" type="pres">
      <dgm:prSet presAssocID="{0C42B5C8-1966-4088-AAA9-25DFA1E89F9F}" presName="node" presStyleLbl="node1" presStyleIdx="0" presStyleCnt="4">
        <dgm:presLayoutVars>
          <dgm:bulletEnabled val="1"/>
        </dgm:presLayoutVars>
      </dgm:prSet>
      <dgm:spPr/>
    </dgm:pt>
    <dgm:pt modelId="{F3CF2DF7-D67D-4114-9324-BC25837BD584}" type="pres">
      <dgm:prSet presAssocID="{C6BC5386-D8A1-4DDE-A482-FA7E80CEE520}" presName="sibTrans" presStyleCnt="0"/>
      <dgm:spPr/>
    </dgm:pt>
    <dgm:pt modelId="{72BA3F83-56DA-47C3-B713-9CEA5FF451B1}" type="pres">
      <dgm:prSet presAssocID="{6BE65CA5-B68F-44E5-900B-916CC8DE905B}" presName="node" presStyleLbl="node1" presStyleIdx="1" presStyleCnt="4">
        <dgm:presLayoutVars>
          <dgm:bulletEnabled val="1"/>
        </dgm:presLayoutVars>
      </dgm:prSet>
      <dgm:spPr/>
    </dgm:pt>
    <dgm:pt modelId="{0CC9A7E7-100B-45A0-BB7C-03B63EBDAA2B}" type="pres">
      <dgm:prSet presAssocID="{BD7B3572-3F66-4CDD-84C8-11371941BB3A}" presName="sibTrans" presStyleCnt="0"/>
      <dgm:spPr/>
    </dgm:pt>
    <dgm:pt modelId="{0A6442E5-7957-44E4-839E-F68EC5D35D7D}" type="pres">
      <dgm:prSet presAssocID="{46BE3186-24BE-4AC3-81DB-1537FDE4754D}" presName="node" presStyleLbl="node1" presStyleIdx="2" presStyleCnt="4">
        <dgm:presLayoutVars>
          <dgm:bulletEnabled val="1"/>
        </dgm:presLayoutVars>
      </dgm:prSet>
      <dgm:spPr/>
    </dgm:pt>
    <dgm:pt modelId="{5C325D2F-0AE9-4FFD-B5FD-BFC3DEA23AFB}" type="pres">
      <dgm:prSet presAssocID="{D991B57C-3148-44DE-8B1F-7F557E71894A}" presName="sibTrans" presStyleCnt="0"/>
      <dgm:spPr/>
    </dgm:pt>
    <dgm:pt modelId="{5BA9269B-A238-45E5-89A4-91A2F5FF5957}" type="pres">
      <dgm:prSet presAssocID="{9A8A6BDD-2D5E-40EE-AE9E-D76B960E9A5E}" presName="node" presStyleLbl="node1" presStyleIdx="3" presStyleCnt="4">
        <dgm:presLayoutVars>
          <dgm:bulletEnabled val="1"/>
        </dgm:presLayoutVars>
      </dgm:prSet>
      <dgm:spPr/>
    </dgm:pt>
  </dgm:ptLst>
  <dgm:cxnLst>
    <dgm:cxn modelId="{60A69307-B99D-43D1-8712-D318373A78C4}" srcId="{5744BC1D-C39F-40E9-86D0-11C60452B2AC}" destId="{0C42B5C8-1966-4088-AAA9-25DFA1E89F9F}" srcOrd="0" destOrd="0" parTransId="{FB0718BC-2A90-4F1C-B6DC-C8D985955880}" sibTransId="{C6BC5386-D8A1-4DDE-A482-FA7E80CEE520}"/>
    <dgm:cxn modelId="{93286929-FC3F-4739-BDB3-B61BA085F7E1}" type="presOf" srcId="{9A8A6BDD-2D5E-40EE-AE9E-D76B960E9A5E}" destId="{5BA9269B-A238-45E5-89A4-91A2F5FF5957}" srcOrd="0" destOrd="0" presId="urn:microsoft.com/office/officeart/2005/8/layout/default"/>
    <dgm:cxn modelId="{68303B37-DEA7-49EF-ACAF-B8C1DBFC7881}" type="presOf" srcId="{0C42B5C8-1966-4088-AAA9-25DFA1E89F9F}" destId="{A9E803E2-426B-4A75-95F3-09FF789F4637}" srcOrd="0" destOrd="0" presId="urn:microsoft.com/office/officeart/2005/8/layout/default"/>
    <dgm:cxn modelId="{8A5FAC68-1740-4AEC-B3D2-3A9D51FDCFC8}" srcId="{5744BC1D-C39F-40E9-86D0-11C60452B2AC}" destId="{46BE3186-24BE-4AC3-81DB-1537FDE4754D}" srcOrd="2" destOrd="0" parTransId="{BF0F776D-0662-4742-9F73-B09BFE0634D2}" sibTransId="{D991B57C-3148-44DE-8B1F-7F557E71894A}"/>
    <dgm:cxn modelId="{A0927A4F-AF7C-4D07-A8B9-C21DABBD1150}" type="presOf" srcId="{6BE65CA5-B68F-44E5-900B-916CC8DE905B}" destId="{72BA3F83-56DA-47C3-B713-9CEA5FF451B1}" srcOrd="0" destOrd="0" presId="urn:microsoft.com/office/officeart/2005/8/layout/default"/>
    <dgm:cxn modelId="{51807454-D7D9-406C-8932-12D6D020318D}" srcId="{5744BC1D-C39F-40E9-86D0-11C60452B2AC}" destId="{6BE65CA5-B68F-44E5-900B-916CC8DE905B}" srcOrd="1" destOrd="0" parTransId="{ED2A2357-ACAB-4265-BCB0-039132699937}" sibTransId="{BD7B3572-3F66-4CDD-84C8-11371941BB3A}"/>
    <dgm:cxn modelId="{EDD82281-FA4B-410F-A3C8-8DA05882D3DA}" type="presOf" srcId="{5744BC1D-C39F-40E9-86D0-11C60452B2AC}" destId="{A377BED2-9D62-4DA1-954B-D83A198937A7}" srcOrd="0" destOrd="0" presId="urn:microsoft.com/office/officeart/2005/8/layout/default"/>
    <dgm:cxn modelId="{3027FE88-9D0E-4C0A-9B91-E35D97199883}" srcId="{5744BC1D-C39F-40E9-86D0-11C60452B2AC}" destId="{9A8A6BDD-2D5E-40EE-AE9E-D76B960E9A5E}" srcOrd="3" destOrd="0" parTransId="{D6B09191-8914-4F91-9F6B-AE5C2653E752}" sibTransId="{66CE4FC6-6F4E-482C-929E-230342C61C48}"/>
    <dgm:cxn modelId="{C9E8BDFC-958A-45E1-84A2-211DB23168D9}" type="presOf" srcId="{46BE3186-24BE-4AC3-81DB-1537FDE4754D}" destId="{0A6442E5-7957-44E4-839E-F68EC5D35D7D}" srcOrd="0" destOrd="0" presId="urn:microsoft.com/office/officeart/2005/8/layout/default"/>
    <dgm:cxn modelId="{84717DD0-CD49-4503-86F7-A1B8A958191D}" type="presParOf" srcId="{A377BED2-9D62-4DA1-954B-D83A198937A7}" destId="{A9E803E2-426B-4A75-95F3-09FF789F4637}" srcOrd="0" destOrd="0" presId="urn:microsoft.com/office/officeart/2005/8/layout/default"/>
    <dgm:cxn modelId="{2E977A35-D123-42F7-8906-262741BB94D7}" type="presParOf" srcId="{A377BED2-9D62-4DA1-954B-D83A198937A7}" destId="{F3CF2DF7-D67D-4114-9324-BC25837BD584}" srcOrd="1" destOrd="0" presId="urn:microsoft.com/office/officeart/2005/8/layout/default"/>
    <dgm:cxn modelId="{246A8665-8FD0-43D3-90DD-7BB79D8A8D0F}" type="presParOf" srcId="{A377BED2-9D62-4DA1-954B-D83A198937A7}" destId="{72BA3F83-56DA-47C3-B713-9CEA5FF451B1}" srcOrd="2" destOrd="0" presId="urn:microsoft.com/office/officeart/2005/8/layout/default"/>
    <dgm:cxn modelId="{3136D0D4-9223-4789-AEFA-F3C3EDF0FED0}" type="presParOf" srcId="{A377BED2-9D62-4DA1-954B-D83A198937A7}" destId="{0CC9A7E7-100B-45A0-BB7C-03B63EBDAA2B}" srcOrd="3" destOrd="0" presId="urn:microsoft.com/office/officeart/2005/8/layout/default"/>
    <dgm:cxn modelId="{25A342DC-0AA1-4005-BC84-F9E821A7D903}" type="presParOf" srcId="{A377BED2-9D62-4DA1-954B-D83A198937A7}" destId="{0A6442E5-7957-44E4-839E-F68EC5D35D7D}" srcOrd="4" destOrd="0" presId="urn:microsoft.com/office/officeart/2005/8/layout/default"/>
    <dgm:cxn modelId="{B8F4509B-2BEA-4C29-8C7A-5FEEF50ABE05}" type="presParOf" srcId="{A377BED2-9D62-4DA1-954B-D83A198937A7}" destId="{5C325D2F-0AE9-4FFD-B5FD-BFC3DEA23AFB}" srcOrd="5" destOrd="0" presId="urn:microsoft.com/office/officeart/2005/8/layout/default"/>
    <dgm:cxn modelId="{2B5CC0DE-DF6E-4BE2-9B88-3E9F6B328FC6}" type="presParOf" srcId="{A377BED2-9D62-4DA1-954B-D83A198937A7}" destId="{5BA9269B-A238-45E5-89A4-91A2F5FF5957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8B15FDD-2DED-4895-8C6F-660C51A507A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880B8EA-08F8-4D36-9348-225E33F33160}">
      <dgm:prSet/>
      <dgm:spPr/>
      <dgm:t>
        <a:bodyPr/>
        <a:lstStyle/>
        <a:p>
          <a:r>
            <a:rPr lang="en-US"/>
            <a:t>Kode PHP ditulis di dalam tag:</a:t>
          </a:r>
        </a:p>
      </dgm:t>
    </dgm:pt>
    <dgm:pt modelId="{398FB595-7BAD-43B9-924A-70B33DC29C94}" type="parTrans" cxnId="{D85C51B5-AD3B-4566-9FA9-E7733CE4AA6C}">
      <dgm:prSet/>
      <dgm:spPr/>
      <dgm:t>
        <a:bodyPr/>
        <a:lstStyle/>
        <a:p>
          <a:endParaRPr lang="en-US"/>
        </a:p>
      </dgm:t>
    </dgm:pt>
    <dgm:pt modelId="{31C816F6-05CC-4892-8DB8-450CAF03EDE9}" type="sibTrans" cxnId="{D85C51B5-AD3B-4566-9FA9-E7733CE4AA6C}">
      <dgm:prSet/>
      <dgm:spPr/>
      <dgm:t>
        <a:bodyPr/>
        <a:lstStyle/>
        <a:p>
          <a:endParaRPr lang="en-US"/>
        </a:p>
      </dgm:t>
    </dgm:pt>
    <dgm:pt modelId="{A355CA22-9414-41B9-A6E7-5BD6438C465C}">
      <dgm:prSet/>
      <dgm:spPr/>
      <dgm:t>
        <a:bodyPr/>
        <a:lstStyle/>
        <a:p>
          <a:r>
            <a:rPr lang="en-US"/>
            <a:t>&lt;?php ... ?&gt;</a:t>
          </a:r>
        </a:p>
      </dgm:t>
    </dgm:pt>
    <dgm:pt modelId="{16D52982-CD36-4697-BD0F-C752AEA360DB}" type="parTrans" cxnId="{D6ADB12A-FF74-4BC6-BB0B-D132F05286E7}">
      <dgm:prSet/>
      <dgm:spPr/>
      <dgm:t>
        <a:bodyPr/>
        <a:lstStyle/>
        <a:p>
          <a:endParaRPr lang="en-US"/>
        </a:p>
      </dgm:t>
    </dgm:pt>
    <dgm:pt modelId="{95923899-EFDC-4620-9AD8-B36C096D87DF}" type="sibTrans" cxnId="{D6ADB12A-FF74-4BC6-BB0B-D132F05286E7}">
      <dgm:prSet/>
      <dgm:spPr/>
      <dgm:t>
        <a:bodyPr/>
        <a:lstStyle/>
        <a:p>
          <a:endParaRPr lang="en-US"/>
        </a:p>
      </dgm:t>
    </dgm:pt>
    <dgm:pt modelId="{9523A78D-E469-4298-8F81-EAE4C1780BBF}">
      <dgm:prSet/>
      <dgm:spPr/>
      <dgm:t>
        <a:bodyPr/>
        <a:lstStyle/>
        <a:p>
          <a:r>
            <a:rPr lang="en-US"/>
            <a:t>Contoh:</a:t>
          </a:r>
        </a:p>
      </dgm:t>
    </dgm:pt>
    <dgm:pt modelId="{66E5C2D9-8A0E-4DF7-8C1B-CA9BFE032994}" type="parTrans" cxnId="{3694D563-0EA7-4CC9-B55C-8591A7D63472}">
      <dgm:prSet/>
      <dgm:spPr/>
      <dgm:t>
        <a:bodyPr/>
        <a:lstStyle/>
        <a:p>
          <a:endParaRPr lang="en-US"/>
        </a:p>
      </dgm:t>
    </dgm:pt>
    <dgm:pt modelId="{4DA272DD-8BBC-4A3B-B893-90C82EA392D7}" type="sibTrans" cxnId="{3694D563-0EA7-4CC9-B55C-8591A7D63472}">
      <dgm:prSet/>
      <dgm:spPr/>
      <dgm:t>
        <a:bodyPr/>
        <a:lstStyle/>
        <a:p>
          <a:endParaRPr lang="en-US"/>
        </a:p>
      </dgm:t>
    </dgm:pt>
    <dgm:pt modelId="{978D4873-DA83-40A4-AC93-301F448B5C76}">
      <dgm:prSet/>
      <dgm:spPr/>
      <dgm:t>
        <a:bodyPr/>
        <a:lstStyle/>
        <a:p>
          <a:r>
            <a:rPr lang="en-US" dirty="0"/>
            <a:t>&lt;?</a:t>
          </a:r>
          <a:r>
            <a:rPr lang="en-US" dirty="0" err="1"/>
            <a:t>php</a:t>
          </a:r>
          <a:endParaRPr lang="en-US" dirty="0"/>
        </a:p>
      </dgm:t>
    </dgm:pt>
    <dgm:pt modelId="{C8A2F19A-14F3-48F1-B693-956950D6A382}" type="parTrans" cxnId="{0B691CA6-5813-4F17-AF3D-C2B24718ACE7}">
      <dgm:prSet/>
      <dgm:spPr/>
      <dgm:t>
        <a:bodyPr/>
        <a:lstStyle/>
        <a:p>
          <a:endParaRPr lang="en-US"/>
        </a:p>
      </dgm:t>
    </dgm:pt>
    <dgm:pt modelId="{35B76C7F-34E3-4000-9A9D-EB8E815EBDB4}" type="sibTrans" cxnId="{0B691CA6-5813-4F17-AF3D-C2B24718ACE7}">
      <dgm:prSet/>
      <dgm:spPr/>
      <dgm:t>
        <a:bodyPr/>
        <a:lstStyle/>
        <a:p>
          <a:endParaRPr lang="en-US"/>
        </a:p>
      </dgm:t>
    </dgm:pt>
    <dgm:pt modelId="{6ECFD11F-6237-42E7-88EB-EAC32F4FB612}">
      <dgm:prSet/>
      <dgm:spPr/>
      <dgm:t>
        <a:bodyPr/>
        <a:lstStyle/>
        <a:p>
          <a:r>
            <a:rPr lang="en-US" dirty="0"/>
            <a:t>echo 'Hello, World!';</a:t>
          </a:r>
        </a:p>
      </dgm:t>
    </dgm:pt>
    <dgm:pt modelId="{35629247-B76C-4CB9-BCC9-4722F0464AE2}" type="parTrans" cxnId="{6C9E91FF-5EA7-457E-9B61-E3DEA12CE3F9}">
      <dgm:prSet/>
      <dgm:spPr/>
      <dgm:t>
        <a:bodyPr/>
        <a:lstStyle/>
        <a:p>
          <a:endParaRPr lang="en-US"/>
        </a:p>
      </dgm:t>
    </dgm:pt>
    <dgm:pt modelId="{E805C0AC-7F08-40BB-B70E-0C8F623FCE53}" type="sibTrans" cxnId="{6C9E91FF-5EA7-457E-9B61-E3DEA12CE3F9}">
      <dgm:prSet/>
      <dgm:spPr/>
      <dgm:t>
        <a:bodyPr/>
        <a:lstStyle/>
        <a:p>
          <a:endParaRPr lang="en-US"/>
        </a:p>
      </dgm:t>
    </dgm:pt>
    <dgm:pt modelId="{89CEE5ED-7A56-44C5-92C5-8C0CBC6CDE35}">
      <dgm:prSet/>
      <dgm:spPr/>
      <dgm:t>
        <a:bodyPr/>
        <a:lstStyle/>
        <a:p>
          <a:r>
            <a:rPr lang="en-US" dirty="0"/>
            <a:t>?&gt;</a:t>
          </a:r>
        </a:p>
      </dgm:t>
    </dgm:pt>
    <dgm:pt modelId="{5395F3F7-BCD4-4203-8105-BCD1A298A229}" type="parTrans" cxnId="{908B10DA-183B-4E14-8A46-FE425100E8CF}">
      <dgm:prSet/>
      <dgm:spPr/>
      <dgm:t>
        <a:bodyPr/>
        <a:lstStyle/>
        <a:p>
          <a:endParaRPr lang="en-US"/>
        </a:p>
      </dgm:t>
    </dgm:pt>
    <dgm:pt modelId="{912758EB-FFAA-42D5-995E-9B03F22EA7F6}" type="sibTrans" cxnId="{908B10DA-183B-4E14-8A46-FE425100E8CF}">
      <dgm:prSet/>
      <dgm:spPr/>
      <dgm:t>
        <a:bodyPr/>
        <a:lstStyle/>
        <a:p>
          <a:endParaRPr lang="en-US"/>
        </a:p>
      </dgm:t>
    </dgm:pt>
    <dgm:pt modelId="{DDF63272-0330-421E-B30C-8ACABFBD0AE0}" type="pres">
      <dgm:prSet presAssocID="{18B15FDD-2DED-4895-8C6F-660C51A507A6}" presName="vert0" presStyleCnt="0">
        <dgm:presLayoutVars>
          <dgm:dir/>
          <dgm:animOne val="branch"/>
          <dgm:animLvl val="lvl"/>
        </dgm:presLayoutVars>
      </dgm:prSet>
      <dgm:spPr/>
    </dgm:pt>
    <dgm:pt modelId="{47A4E30A-8567-46F4-A629-D71C9B96CBC1}" type="pres">
      <dgm:prSet presAssocID="{5880B8EA-08F8-4D36-9348-225E33F33160}" presName="thickLine" presStyleLbl="alignNode1" presStyleIdx="0" presStyleCnt="6"/>
      <dgm:spPr/>
    </dgm:pt>
    <dgm:pt modelId="{DC1B36C9-3DF9-48DA-BCA6-4DC79127EABC}" type="pres">
      <dgm:prSet presAssocID="{5880B8EA-08F8-4D36-9348-225E33F33160}" presName="horz1" presStyleCnt="0"/>
      <dgm:spPr/>
    </dgm:pt>
    <dgm:pt modelId="{3D5032EA-EFA1-4AB6-9668-111A051CA42A}" type="pres">
      <dgm:prSet presAssocID="{5880B8EA-08F8-4D36-9348-225E33F33160}" presName="tx1" presStyleLbl="revTx" presStyleIdx="0" presStyleCnt="6"/>
      <dgm:spPr/>
    </dgm:pt>
    <dgm:pt modelId="{B4CAA711-5587-4F8D-924C-0BAFFED8C0C4}" type="pres">
      <dgm:prSet presAssocID="{5880B8EA-08F8-4D36-9348-225E33F33160}" presName="vert1" presStyleCnt="0"/>
      <dgm:spPr/>
    </dgm:pt>
    <dgm:pt modelId="{2AD8048F-87F4-4061-A71E-BC20BC4762D6}" type="pres">
      <dgm:prSet presAssocID="{A355CA22-9414-41B9-A6E7-5BD6438C465C}" presName="thickLine" presStyleLbl="alignNode1" presStyleIdx="1" presStyleCnt="6"/>
      <dgm:spPr/>
    </dgm:pt>
    <dgm:pt modelId="{58BE3D37-CF05-4764-855A-ACE204340759}" type="pres">
      <dgm:prSet presAssocID="{A355CA22-9414-41B9-A6E7-5BD6438C465C}" presName="horz1" presStyleCnt="0"/>
      <dgm:spPr/>
    </dgm:pt>
    <dgm:pt modelId="{42196074-9DDF-493C-9D58-EE9D71252F9B}" type="pres">
      <dgm:prSet presAssocID="{A355CA22-9414-41B9-A6E7-5BD6438C465C}" presName="tx1" presStyleLbl="revTx" presStyleIdx="1" presStyleCnt="6"/>
      <dgm:spPr/>
    </dgm:pt>
    <dgm:pt modelId="{CD7B5390-CDAA-4979-B898-18312226BFD9}" type="pres">
      <dgm:prSet presAssocID="{A355CA22-9414-41B9-A6E7-5BD6438C465C}" presName="vert1" presStyleCnt="0"/>
      <dgm:spPr/>
    </dgm:pt>
    <dgm:pt modelId="{CD9ED938-E8FF-47D8-97B7-A7D151CEF0A1}" type="pres">
      <dgm:prSet presAssocID="{9523A78D-E469-4298-8F81-EAE4C1780BBF}" presName="thickLine" presStyleLbl="alignNode1" presStyleIdx="2" presStyleCnt="6"/>
      <dgm:spPr/>
    </dgm:pt>
    <dgm:pt modelId="{5421B263-1F90-4A11-95BB-2FFFCBE141B6}" type="pres">
      <dgm:prSet presAssocID="{9523A78D-E469-4298-8F81-EAE4C1780BBF}" presName="horz1" presStyleCnt="0"/>
      <dgm:spPr/>
    </dgm:pt>
    <dgm:pt modelId="{EFCBC8DE-C9EF-4CBE-8E6A-B199740D4E7D}" type="pres">
      <dgm:prSet presAssocID="{9523A78D-E469-4298-8F81-EAE4C1780BBF}" presName="tx1" presStyleLbl="revTx" presStyleIdx="2" presStyleCnt="6"/>
      <dgm:spPr/>
    </dgm:pt>
    <dgm:pt modelId="{77C290E5-708E-47ED-8195-8B81F3D613F6}" type="pres">
      <dgm:prSet presAssocID="{9523A78D-E469-4298-8F81-EAE4C1780BBF}" presName="vert1" presStyleCnt="0"/>
      <dgm:spPr/>
    </dgm:pt>
    <dgm:pt modelId="{669D0992-283D-423B-8FEA-642AB75AFB0A}" type="pres">
      <dgm:prSet presAssocID="{978D4873-DA83-40A4-AC93-301F448B5C76}" presName="thickLine" presStyleLbl="alignNode1" presStyleIdx="3" presStyleCnt="6"/>
      <dgm:spPr/>
    </dgm:pt>
    <dgm:pt modelId="{6DCD72F0-8E61-425C-ACFE-9BC943CB7CCD}" type="pres">
      <dgm:prSet presAssocID="{978D4873-DA83-40A4-AC93-301F448B5C76}" presName="horz1" presStyleCnt="0"/>
      <dgm:spPr/>
    </dgm:pt>
    <dgm:pt modelId="{30ACD0F2-F871-4763-8349-0563404C139F}" type="pres">
      <dgm:prSet presAssocID="{978D4873-DA83-40A4-AC93-301F448B5C76}" presName="tx1" presStyleLbl="revTx" presStyleIdx="3" presStyleCnt="6"/>
      <dgm:spPr/>
    </dgm:pt>
    <dgm:pt modelId="{DA5FED8A-E29D-4608-BF2E-5E7793EF26DB}" type="pres">
      <dgm:prSet presAssocID="{978D4873-DA83-40A4-AC93-301F448B5C76}" presName="vert1" presStyleCnt="0"/>
      <dgm:spPr/>
    </dgm:pt>
    <dgm:pt modelId="{10FBAB18-F9E2-434F-8706-30C952DC7E7D}" type="pres">
      <dgm:prSet presAssocID="{6ECFD11F-6237-42E7-88EB-EAC32F4FB612}" presName="thickLine" presStyleLbl="alignNode1" presStyleIdx="4" presStyleCnt="6"/>
      <dgm:spPr/>
    </dgm:pt>
    <dgm:pt modelId="{309B8C34-FDCE-47A4-AAA6-8BEB4BCA12BA}" type="pres">
      <dgm:prSet presAssocID="{6ECFD11F-6237-42E7-88EB-EAC32F4FB612}" presName="horz1" presStyleCnt="0"/>
      <dgm:spPr/>
    </dgm:pt>
    <dgm:pt modelId="{F9037C11-13FD-4C07-AA38-C361FC66EF49}" type="pres">
      <dgm:prSet presAssocID="{6ECFD11F-6237-42E7-88EB-EAC32F4FB612}" presName="tx1" presStyleLbl="revTx" presStyleIdx="4" presStyleCnt="6"/>
      <dgm:spPr/>
    </dgm:pt>
    <dgm:pt modelId="{A4CBCF1C-D3B9-4E13-A7CD-526A59D8A5EB}" type="pres">
      <dgm:prSet presAssocID="{6ECFD11F-6237-42E7-88EB-EAC32F4FB612}" presName="vert1" presStyleCnt="0"/>
      <dgm:spPr/>
    </dgm:pt>
    <dgm:pt modelId="{5CBFEB01-1C89-4275-BEDD-F569489DE280}" type="pres">
      <dgm:prSet presAssocID="{89CEE5ED-7A56-44C5-92C5-8C0CBC6CDE35}" presName="thickLine" presStyleLbl="alignNode1" presStyleIdx="5" presStyleCnt="6"/>
      <dgm:spPr/>
    </dgm:pt>
    <dgm:pt modelId="{1C7E73C6-A115-4030-A254-F78746A6F32A}" type="pres">
      <dgm:prSet presAssocID="{89CEE5ED-7A56-44C5-92C5-8C0CBC6CDE35}" presName="horz1" presStyleCnt="0"/>
      <dgm:spPr/>
    </dgm:pt>
    <dgm:pt modelId="{F1CAA9AC-AD96-4E22-AB3E-214CEE6B9A2D}" type="pres">
      <dgm:prSet presAssocID="{89CEE5ED-7A56-44C5-92C5-8C0CBC6CDE35}" presName="tx1" presStyleLbl="revTx" presStyleIdx="5" presStyleCnt="6"/>
      <dgm:spPr/>
    </dgm:pt>
    <dgm:pt modelId="{1ED9782F-300A-4072-995D-D6EF2C6D19BA}" type="pres">
      <dgm:prSet presAssocID="{89CEE5ED-7A56-44C5-92C5-8C0CBC6CDE35}" presName="vert1" presStyleCnt="0"/>
      <dgm:spPr/>
    </dgm:pt>
  </dgm:ptLst>
  <dgm:cxnLst>
    <dgm:cxn modelId="{4AF32209-9578-449E-A441-91269C7A999A}" type="presOf" srcId="{9523A78D-E469-4298-8F81-EAE4C1780BBF}" destId="{EFCBC8DE-C9EF-4CBE-8E6A-B199740D4E7D}" srcOrd="0" destOrd="0" presId="urn:microsoft.com/office/officeart/2008/layout/LinedList"/>
    <dgm:cxn modelId="{D6ADB12A-FF74-4BC6-BB0B-D132F05286E7}" srcId="{18B15FDD-2DED-4895-8C6F-660C51A507A6}" destId="{A355CA22-9414-41B9-A6E7-5BD6438C465C}" srcOrd="1" destOrd="0" parTransId="{16D52982-CD36-4697-BD0F-C752AEA360DB}" sibTransId="{95923899-EFDC-4620-9AD8-B36C096D87DF}"/>
    <dgm:cxn modelId="{E959EF37-F46F-4F40-971F-58330D4BC42E}" type="presOf" srcId="{89CEE5ED-7A56-44C5-92C5-8C0CBC6CDE35}" destId="{F1CAA9AC-AD96-4E22-AB3E-214CEE6B9A2D}" srcOrd="0" destOrd="0" presId="urn:microsoft.com/office/officeart/2008/layout/LinedList"/>
    <dgm:cxn modelId="{3694D563-0EA7-4CC9-B55C-8591A7D63472}" srcId="{18B15FDD-2DED-4895-8C6F-660C51A507A6}" destId="{9523A78D-E469-4298-8F81-EAE4C1780BBF}" srcOrd="2" destOrd="0" parTransId="{66E5C2D9-8A0E-4DF7-8C1B-CA9BFE032994}" sibTransId="{4DA272DD-8BBC-4A3B-B893-90C82EA392D7}"/>
    <dgm:cxn modelId="{D7B1F270-3A97-4A23-8D1A-94C8E09A7B4A}" type="presOf" srcId="{18B15FDD-2DED-4895-8C6F-660C51A507A6}" destId="{DDF63272-0330-421E-B30C-8ACABFBD0AE0}" srcOrd="0" destOrd="0" presId="urn:microsoft.com/office/officeart/2008/layout/LinedList"/>
    <dgm:cxn modelId="{4CC73880-49CD-4339-AAFD-EBBD95730E10}" type="presOf" srcId="{6ECFD11F-6237-42E7-88EB-EAC32F4FB612}" destId="{F9037C11-13FD-4C07-AA38-C361FC66EF49}" srcOrd="0" destOrd="0" presId="urn:microsoft.com/office/officeart/2008/layout/LinedList"/>
    <dgm:cxn modelId="{3CE2DAA0-DF76-405C-A8AF-5290044BF15A}" type="presOf" srcId="{5880B8EA-08F8-4D36-9348-225E33F33160}" destId="{3D5032EA-EFA1-4AB6-9668-111A051CA42A}" srcOrd="0" destOrd="0" presId="urn:microsoft.com/office/officeart/2008/layout/LinedList"/>
    <dgm:cxn modelId="{0B691CA6-5813-4F17-AF3D-C2B24718ACE7}" srcId="{18B15FDD-2DED-4895-8C6F-660C51A507A6}" destId="{978D4873-DA83-40A4-AC93-301F448B5C76}" srcOrd="3" destOrd="0" parTransId="{C8A2F19A-14F3-48F1-B693-956950D6A382}" sibTransId="{35B76C7F-34E3-4000-9A9D-EB8E815EBDB4}"/>
    <dgm:cxn modelId="{3BABD1B4-18F2-4780-9738-C28D36EBB73D}" type="presOf" srcId="{A355CA22-9414-41B9-A6E7-5BD6438C465C}" destId="{42196074-9DDF-493C-9D58-EE9D71252F9B}" srcOrd="0" destOrd="0" presId="urn:microsoft.com/office/officeart/2008/layout/LinedList"/>
    <dgm:cxn modelId="{D85C51B5-AD3B-4566-9FA9-E7733CE4AA6C}" srcId="{18B15FDD-2DED-4895-8C6F-660C51A507A6}" destId="{5880B8EA-08F8-4D36-9348-225E33F33160}" srcOrd="0" destOrd="0" parTransId="{398FB595-7BAD-43B9-924A-70B33DC29C94}" sibTransId="{31C816F6-05CC-4892-8DB8-450CAF03EDE9}"/>
    <dgm:cxn modelId="{908B10DA-183B-4E14-8A46-FE425100E8CF}" srcId="{18B15FDD-2DED-4895-8C6F-660C51A507A6}" destId="{89CEE5ED-7A56-44C5-92C5-8C0CBC6CDE35}" srcOrd="5" destOrd="0" parTransId="{5395F3F7-BCD4-4203-8105-BCD1A298A229}" sibTransId="{912758EB-FFAA-42D5-995E-9B03F22EA7F6}"/>
    <dgm:cxn modelId="{21B38DF7-08F1-4D02-B860-2841300FA8A6}" type="presOf" srcId="{978D4873-DA83-40A4-AC93-301F448B5C76}" destId="{30ACD0F2-F871-4763-8349-0563404C139F}" srcOrd="0" destOrd="0" presId="urn:microsoft.com/office/officeart/2008/layout/LinedList"/>
    <dgm:cxn modelId="{6C9E91FF-5EA7-457E-9B61-E3DEA12CE3F9}" srcId="{18B15FDD-2DED-4895-8C6F-660C51A507A6}" destId="{6ECFD11F-6237-42E7-88EB-EAC32F4FB612}" srcOrd="4" destOrd="0" parTransId="{35629247-B76C-4CB9-BCC9-4722F0464AE2}" sibTransId="{E805C0AC-7F08-40BB-B70E-0C8F623FCE53}"/>
    <dgm:cxn modelId="{22BE2A3F-73AE-4EFA-AFD9-900035B10DC8}" type="presParOf" srcId="{DDF63272-0330-421E-B30C-8ACABFBD0AE0}" destId="{47A4E30A-8567-46F4-A629-D71C9B96CBC1}" srcOrd="0" destOrd="0" presId="urn:microsoft.com/office/officeart/2008/layout/LinedList"/>
    <dgm:cxn modelId="{EC30F4EF-28E0-4BD5-BB91-68ABB9454B6F}" type="presParOf" srcId="{DDF63272-0330-421E-B30C-8ACABFBD0AE0}" destId="{DC1B36C9-3DF9-48DA-BCA6-4DC79127EABC}" srcOrd="1" destOrd="0" presId="urn:microsoft.com/office/officeart/2008/layout/LinedList"/>
    <dgm:cxn modelId="{204857AF-509C-4851-B89C-02C16E6C57D3}" type="presParOf" srcId="{DC1B36C9-3DF9-48DA-BCA6-4DC79127EABC}" destId="{3D5032EA-EFA1-4AB6-9668-111A051CA42A}" srcOrd="0" destOrd="0" presId="urn:microsoft.com/office/officeart/2008/layout/LinedList"/>
    <dgm:cxn modelId="{746CDAD9-7490-4233-9348-7B5A4D827D64}" type="presParOf" srcId="{DC1B36C9-3DF9-48DA-BCA6-4DC79127EABC}" destId="{B4CAA711-5587-4F8D-924C-0BAFFED8C0C4}" srcOrd="1" destOrd="0" presId="urn:microsoft.com/office/officeart/2008/layout/LinedList"/>
    <dgm:cxn modelId="{C56934B2-98C4-42C9-82DF-6D8EDC0E0F29}" type="presParOf" srcId="{DDF63272-0330-421E-B30C-8ACABFBD0AE0}" destId="{2AD8048F-87F4-4061-A71E-BC20BC4762D6}" srcOrd="2" destOrd="0" presId="urn:microsoft.com/office/officeart/2008/layout/LinedList"/>
    <dgm:cxn modelId="{7AC45A8D-E74E-4306-887C-617CDBCD77B1}" type="presParOf" srcId="{DDF63272-0330-421E-B30C-8ACABFBD0AE0}" destId="{58BE3D37-CF05-4764-855A-ACE204340759}" srcOrd="3" destOrd="0" presId="urn:microsoft.com/office/officeart/2008/layout/LinedList"/>
    <dgm:cxn modelId="{A4D7E783-DC99-401B-82AD-34F420417444}" type="presParOf" srcId="{58BE3D37-CF05-4764-855A-ACE204340759}" destId="{42196074-9DDF-493C-9D58-EE9D71252F9B}" srcOrd="0" destOrd="0" presId="urn:microsoft.com/office/officeart/2008/layout/LinedList"/>
    <dgm:cxn modelId="{DDCABEF4-3508-4E9B-AA0E-8E8E9ECF15B0}" type="presParOf" srcId="{58BE3D37-CF05-4764-855A-ACE204340759}" destId="{CD7B5390-CDAA-4979-B898-18312226BFD9}" srcOrd="1" destOrd="0" presId="urn:microsoft.com/office/officeart/2008/layout/LinedList"/>
    <dgm:cxn modelId="{C534DE68-8DDD-4FC4-AA96-AD48CD91DB91}" type="presParOf" srcId="{DDF63272-0330-421E-B30C-8ACABFBD0AE0}" destId="{CD9ED938-E8FF-47D8-97B7-A7D151CEF0A1}" srcOrd="4" destOrd="0" presId="urn:microsoft.com/office/officeart/2008/layout/LinedList"/>
    <dgm:cxn modelId="{A2903551-2925-4C50-B990-9D859143F27A}" type="presParOf" srcId="{DDF63272-0330-421E-B30C-8ACABFBD0AE0}" destId="{5421B263-1F90-4A11-95BB-2FFFCBE141B6}" srcOrd="5" destOrd="0" presId="urn:microsoft.com/office/officeart/2008/layout/LinedList"/>
    <dgm:cxn modelId="{89D195DF-E86B-4C6A-9473-059203273B4A}" type="presParOf" srcId="{5421B263-1F90-4A11-95BB-2FFFCBE141B6}" destId="{EFCBC8DE-C9EF-4CBE-8E6A-B199740D4E7D}" srcOrd="0" destOrd="0" presId="urn:microsoft.com/office/officeart/2008/layout/LinedList"/>
    <dgm:cxn modelId="{2EE77E1B-6A5F-4BB1-B5E7-4279B036DB38}" type="presParOf" srcId="{5421B263-1F90-4A11-95BB-2FFFCBE141B6}" destId="{77C290E5-708E-47ED-8195-8B81F3D613F6}" srcOrd="1" destOrd="0" presId="urn:microsoft.com/office/officeart/2008/layout/LinedList"/>
    <dgm:cxn modelId="{160CD0D8-E9E3-4B17-BCB0-6951CEC03F5B}" type="presParOf" srcId="{DDF63272-0330-421E-B30C-8ACABFBD0AE0}" destId="{669D0992-283D-423B-8FEA-642AB75AFB0A}" srcOrd="6" destOrd="0" presId="urn:microsoft.com/office/officeart/2008/layout/LinedList"/>
    <dgm:cxn modelId="{C8D894B4-C6AD-42D1-9D83-1C9605A4F020}" type="presParOf" srcId="{DDF63272-0330-421E-B30C-8ACABFBD0AE0}" destId="{6DCD72F0-8E61-425C-ACFE-9BC943CB7CCD}" srcOrd="7" destOrd="0" presId="urn:microsoft.com/office/officeart/2008/layout/LinedList"/>
    <dgm:cxn modelId="{12938D8B-CDE7-4E9E-AAE6-B0FB7E18934B}" type="presParOf" srcId="{6DCD72F0-8E61-425C-ACFE-9BC943CB7CCD}" destId="{30ACD0F2-F871-4763-8349-0563404C139F}" srcOrd="0" destOrd="0" presId="urn:microsoft.com/office/officeart/2008/layout/LinedList"/>
    <dgm:cxn modelId="{F6FE0297-E575-43FC-8199-4CC91B90033D}" type="presParOf" srcId="{6DCD72F0-8E61-425C-ACFE-9BC943CB7CCD}" destId="{DA5FED8A-E29D-4608-BF2E-5E7793EF26DB}" srcOrd="1" destOrd="0" presId="urn:microsoft.com/office/officeart/2008/layout/LinedList"/>
    <dgm:cxn modelId="{985C27B8-3A9C-42D2-8A8E-82B4356FB8BE}" type="presParOf" srcId="{DDF63272-0330-421E-B30C-8ACABFBD0AE0}" destId="{10FBAB18-F9E2-434F-8706-30C952DC7E7D}" srcOrd="8" destOrd="0" presId="urn:microsoft.com/office/officeart/2008/layout/LinedList"/>
    <dgm:cxn modelId="{6E492C1B-2C0C-4C02-A905-65135656990D}" type="presParOf" srcId="{DDF63272-0330-421E-B30C-8ACABFBD0AE0}" destId="{309B8C34-FDCE-47A4-AAA6-8BEB4BCA12BA}" srcOrd="9" destOrd="0" presId="urn:microsoft.com/office/officeart/2008/layout/LinedList"/>
    <dgm:cxn modelId="{C3A4EBCF-0B41-4FE6-B1EB-5C15504FF733}" type="presParOf" srcId="{309B8C34-FDCE-47A4-AAA6-8BEB4BCA12BA}" destId="{F9037C11-13FD-4C07-AA38-C361FC66EF49}" srcOrd="0" destOrd="0" presId="urn:microsoft.com/office/officeart/2008/layout/LinedList"/>
    <dgm:cxn modelId="{60C72C26-2858-420D-985A-04E29FBBDE32}" type="presParOf" srcId="{309B8C34-FDCE-47A4-AAA6-8BEB4BCA12BA}" destId="{A4CBCF1C-D3B9-4E13-A7CD-526A59D8A5EB}" srcOrd="1" destOrd="0" presId="urn:microsoft.com/office/officeart/2008/layout/LinedList"/>
    <dgm:cxn modelId="{FA0DF252-80CF-4D45-976F-764D02DE69E8}" type="presParOf" srcId="{DDF63272-0330-421E-B30C-8ACABFBD0AE0}" destId="{5CBFEB01-1C89-4275-BEDD-F569489DE280}" srcOrd="10" destOrd="0" presId="urn:microsoft.com/office/officeart/2008/layout/LinedList"/>
    <dgm:cxn modelId="{5702DDAD-F70A-4D66-B7B8-47E009736174}" type="presParOf" srcId="{DDF63272-0330-421E-B30C-8ACABFBD0AE0}" destId="{1C7E73C6-A115-4030-A254-F78746A6F32A}" srcOrd="11" destOrd="0" presId="urn:microsoft.com/office/officeart/2008/layout/LinedList"/>
    <dgm:cxn modelId="{2DFB7E88-222D-4709-9313-6B34B9B64D73}" type="presParOf" srcId="{1C7E73C6-A115-4030-A254-F78746A6F32A}" destId="{F1CAA9AC-AD96-4E22-AB3E-214CEE6B9A2D}" srcOrd="0" destOrd="0" presId="urn:microsoft.com/office/officeart/2008/layout/LinedList"/>
    <dgm:cxn modelId="{8200879A-EBBE-41C8-9DB1-D53893305A10}" type="presParOf" srcId="{1C7E73C6-A115-4030-A254-F78746A6F32A}" destId="{1ED9782F-300A-4072-995D-D6EF2C6D19B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9DD1B9B-C184-473F-A379-1D29197BB6F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DE2C0F2-8EBF-4772-AEC0-4839B4B1BDDB}">
      <dgm:prSet/>
      <dgm:spPr/>
      <dgm:t>
        <a:bodyPr/>
        <a:lstStyle/>
        <a:p>
          <a:r>
            <a:rPr lang="en-US"/>
            <a:t>• Membutuhkan web server (Apache)</a:t>
          </a:r>
        </a:p>
      </dgm:t>
    </dgm:pt>
    <dgm:pt modelId="{BF0775E6-31A6-4D74-B160-DDE4CCE3B7E1}" type="parTrans" cxnId="{AE7AB3B4-0B46-4ADB-AD74-A310DB952610}">
      <dgm:prSet/>
      <dgm:spPr/>
      <dgm:t>
        <a:bodyPr/>
        <a:lstStyle/>
        <a:p>
          <a:endParaRPr lang="en-US"/>
        </a:p>
      </dgm:t>
    </dgm:pt>
    <dgm:pt modelId="{512318AA-1E7D-42C3-86F3-06DF6EA5B0B4}" type="sibTrans" cxnId="{AE7AB3B4-0B46-4ADB-AD74-A310DB952610}">
      <dgm:prSet/>
      <dgm:spPr/>
      <dgm:t>
        <a:bodyPr/>
        <a:lstStyle/>
        <a:p>
          <a:endParaRPr lang="en-US"/>
        </a:p>
      </dgm:t>
    </dgm:pt>
    <dgm:pt modelId="{3DF94D5F-1C7E-4B79-A8F3-3DFCEF60F419}">
      <dgm:prSet/>
      <dgm:spPr/>
      <dgm:t>
        <a:bodyPr/>
        <a:lstStyle/>
        <a:p>
          <a:r>
            <a:rPr lang="en-US"/>
            <a:t>• Gunakan paket XAMPP atau Laragon</a:t>
          </a:r>
        </a:p>
      </dgm:t>
    </dgm:pt>
    <dgm:pt modelId="{F271A1A5-6B4D-42E7-B588-1375FF8882F1}" type="parTrans" cxnId="{E66F5BEB-ACFA-44EB-915D-B3A9F49E4376}">
      <dgm:prSet/>
      <dgm:spPr/>
      <dgm:t>
        <a:bodyPr/>
        <a:lstStyle/>
        <a:p>
          <a:endParaRPr lang="en-US"/>
        </a:p>
      </dgm:t>
    </dgm:pt>
    <dgm:pt modelId="{27982630-6882-43B2-B80D-FA35B31C28C1}" type="sibTrans" cxnId="{E66F5BEB-ACFA-44EB-915D-B3A9F49E4376}">
      <dgm:prSet/>
      <dgm:spPr/>
      <dgm:t>
        <a:bodyPr/>
        <a:lstStyle/>
        <a:p>
          <a:endParaRPr lang="en-US"/>
        </a:p>
      </dgm:t>
    </dgm:pt>
    <dgm:pt modelId="{BE951E0F-B5D3-4857-BB32-FA718B554CCF}">
      <dgm:prSet/>
      <dgm:spPr/>
      <dgm:t>
        <a:bodyPr/>
        <a:lstStyle/>
        <a:p>
          <a:r>
            <a:rPr lang="en-US"/>
            <a:t>• Simpan file PHP di folder htdocs (XAMPP)</a:t>
          </a:r>
        </a:p>
      </dgm:t>
    </dgm:pt>
    <dgm:pt modelId="{469822F0-0E95-4216-B71C-57051096CE15}" type="parTrans" cxnId="{2034374D-745E-4A69-B423-F2F7C72D02AC}">
      <dgm:prSet/>
      <dgm:spPr/>
      <dgm:t>
        <a:bodyPr/>
        <a:lstStyle/>
        <a:p>
          <a:endParaRPr lang="en-US"/>
        </a:p>
      </dgm:t>
    </dgm:pt>
    <dgm:pt modelId="{B27B678C-9F78-46C1-8899-C32BC02DEA2F}" type="sibTrans" cxnId="{2034374D-745E-4A69-B423-F2F7C72D02AC}">
      <dgm:prSet/>
      <dgm:spPr/>
      <dgm:t>
        <a:bodyPr/>
        <a:lstStyle/>
        <a:p>
          <a:endParaRPr lang="en-US"/>
        </a:p>
      </dgm:t>
    </dgm:pt>
    <dgm:pt modelId="{134D8FE5-164B-455A-8ACC-26B0CCA7869C}">
      <dgm:prSet/>
      <dgm:spPr/>
      <dgm:t>
        <a:bodyPr/>
        <a:lstStyle/>
        <a:p>
          <a:r>
            <a:rPr lang="en-US"/>
            <a:t>• Akses via browser: http://localhost/namafile.php</a:t>
          </a:r>
        </a:p>
      </dgm:t>
    </dgm:pt>
    <dgm:pt modelId="{C8167D2D-A341-4DAA-B7C1-E3EDBE4668D1}" type="parTrans" cxnId="{575B6A16-8F48-4C33-88B2-3B599D2A77E1}">
      <dgm:prSet/>
      <dgm:spPr/>
      <dgm:t>
        <a:bodyPr/>
        <a:lstStyle/>
        <a:p>
          <a:endParaRPr lang="en-US"/>
        </a:p>
      </dgm:t>
    </dgm:pt>
    <dgm:pt modelId="{5EF28DFE-7FC9-460D-A838-75B2F0C9AC7A}" type="sibTrans" cxnId="{575B6A16-8F48-4C33-88B2-3B599D2A77E1}">
      <dgm:prSet/>
      <dgm:spPr/>
      <dgm:t>
        <a:bodyPr/>
        <a:lstStyle/>
        <a:p>
          <a:endParaRPr lang="en-US"/>
        </a:p>
      </dgm:t>
    </dgm:pt>
    <dgm:pt modelId="{68A21061-EDCE-4D3F-A4D8-4F91868CC63E}" type="pres">
      <dgm:prSet presAssocID="{29DD1B9B-C184-473F-A379-1D29197BB6F5}" presName="linear" presStyleCnt="0">
        <dgm:presLayoutVars>
          <dgm:animLvl val="lvl"/>
          <dgm:resizeHandles val="exact"/>
        </dgm:presLayoutVars>
      </dgm:prSet>
      <dgm:spPr/>
    </dgm:pt>
    <dgm:pt modelId="{D7FFFD3C-EF30-4F2E-B7AD-C73DB4E05420}" type="pres">
      <dgm:prSet presAssocID="{1DE2C0F2-8EBF-4772-AEC0-4839B4B1BDD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277D0D9-98E8-4694-A220-F71A3A64C2C4}" type="pres">
      <dgm:prSet presAssocID="{512318AA-1E7D-42C3-86F3-06DF6EA5B0B4}" presName="spacer" presStyleCnt="0"/>
      <dgm:spPr/>
    </dgm:pt>
    <dgm:pt modelId="{9ADAC8DB-906E-4C27-A902-B32D6A8D19C6}" type="pres">
      <dgm:prSet presAssocID="{3DF94D5F-1C7E-4B79-A8F3-3DFCEF60F41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4BE55E4-0EA8-41AD-BA01-CA80D5784B9D}" type="pres">
      <dgm:prSet presAssocID="{27982630-6882-43B2-B80D-FA35B31C28C1}" presName="spacer" presStyleCnt="0"/>
      <dgm:spPr/>
    </dgm:pt>
    <dgm:pt modelId="{EDE21E74-FFFC-4F00-8AB0-18B7E78932FE}" type="pres">
      <dgm:prSet presAssocID="{BE951E0F-B5D3-4857-BB32-FA718B554CC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8FFD0B5-630B-4F34-9F3C-6FDA0025523F}" type="pres">
      <dgm:prSet presAssocID="{B27B678C-9F78-46C1-8899-C32BC02DEA2F}" presName="spacer" presStyleCnt="0"/>
      <dgm:spPr/>
    </dgm:pt>
    <dgm:pt modelId="{F72519B9-E5D5-45DB-AD59-3AA26A0D5657}" type="pres">
      <dgm:prSet presAssocID="{134D8FE5-164B-455A-8ACC-26B0CCA7869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F80BE04-A84A-4DB5-8CFD-599EEAD4B5B9}" type="presOf" srcId="{3DF94D5F-1C7E-4B79-A8F3-3DFCEF60F419}" destId="{9ADAC8DB-906E-4C27-A902-B32D6A8D19C6}" srcOrd="0" destOrd="0" presId="urn:microsoft.com/office/officeart/2005/8/layout/vList2"/>
    <dgm:cxn modelId="{575B6A16-8F48-4C33-88B2-3B599D2A77E1}" srcId="{29DD1B9B-C184-473F-A379-1D29197BB6F5}" destId="{134D8FE5-164B-455A-8ACC-26B0CCA7869C}" srcOrd="3" destOrd="0" parTransId="{C8167D2D-A341-4DAA-B7C1-E3EDBE4668D1}" sibTransId="{5EF28DFE-7FC9-460D-A838-75B2F0C9AC7A}"/>
    <dgm:cxn modelId="{E3059130-D47B-43D7-A0FB-F997B3FDC4D0}" type="presOf" srcId="{BE951E0F-B5D3-4857-BB32-FA718B554CCF}" destId="{EDE21E74-FFFC-4F00-8AB0-18B7E78932FE}" srcOrd="0" destOrd="0" presId="urn:microsoft.com/office/officeart/2005/8/layout/vList2"/>
    <dgm:cxn modelId="{93976536-F833-4D24-B526-6AD80E9A777E}" type="presOf" srcId="{134D8FE5-164B-455A-8ACC-26B0CCA7869C}" destId="{F72519B9-E5D5-45DB-AD59-3AA26A0D5657}" srcOrd="0" destOrd="0" presId="urn:microsoft.com/office/officeart/2005/8/layout/vList2"/>
    <dgm:cxn modelId="{2034374D-745E-4A69-B423-F2F7C72D02AC}" srcId="{29DD1B9B-C184-473F-A379-1D29197BB6F5}" destId="{BE951E0F-B5D3-4857-BB32-FA718B554CCF}" srcOrd="2" destOrd="0" parTransId="{469822F0-0E95-4216-B71C-57051096CE15}" sibTransId="{B27B678C-9F78-46C1-8899-C32BC02DEA2F}"/>
    <dgm:cxn modelId="{12AC3589-AA6D-4EB9-941F-0020C0293466}" type="presOf" srcId="{29DD1B9B-C184-473F-A379-1D29197BB6F5}" destId="{68A21061-EDCE-4D3F-A4D8-4F91868CC63E}" srcOrd="0" destOrd="0" presId="urn:microsoft.com/office/officeart/2005/8/layout/vList2"/>
    <dgm:cxn modelId="{00FAD08B-8FF1-4B2F-91BC-76E0584D1FA3}" type="presOf" srcId="{1DE2C0F2-8EBF-4772-AEC0-4839B4B1BDDB}" destId="{D7FFFD3C-EF30-4F2E-B7AD-C73DB4E05420}" srcOrd="0" destOrd="0" presId="urn:microsoft.com/office/officeart/2005/8/layout/vList2"/>
    <dgm:cxn modelId="{AE7AB3B4-0B46-4ADB-AD74-A310DB952610}" srcId="{29DD1B9B-C184-473F-A379-1D29197BB6F5}" destId="{1DE2C0F2-8EBF-4772-AEC0-4839B4B1BDDB}" srcOrd="0" destOrd="0" parTransId="{BF0775E6-31A6-4D74-B160-DDE4CCE3B7E1}" sibTransId="{512318AA-1E7D-42C3-86F3-06DF6EA5B0B4}"/>
    <dgm:cxn modelId="{E66F5BEB-ACFA-44EB-915D-B3A9F49E4376}" srcId="{29DD1B9B-C184-473F-A379-1D29197BB6F5}" destId="{3DF94D5F-1C7E-4B79-A8F3-3DFCEF60F419}" srcOrd="1" destOrd="0" parTransId="{F271A1A5-6B4D-42E7-B588-1375FF8882F1}" sibTransId="{27982630-6882-43B2-B80D-FA35B31C28C1}"/>
    <dgm:cxn modelId="{A8E507D8-9F6E-49B7-906C-B9EE6EA95C45}" type="presParOf" srcId="{68A21061-EDCE-4D3F-A4D8-4F91868CC63E}" destId="{D7FFFD3C-EF30-4F2E-B7AD-C73DB4E05420}" srcOrd="0" destOrd="0" presId="urn:microsoft.com/office/officeart/2005/8/layout/vList2"/>
    <dgm:cxn modelId="{B8F13C9C-BDCA-40F3-BE66-6DD56FA596F2}" type="presParOf" srcId="{68A21061-EDCE-4D3F-A4D8-4F91868CC63E}" destId="{6277D0D9-98E8-4694-A220-F71A3A64C2C4}" srcOrd="1" destOrd="0" presId="urn:microsoft.com/office/officeart/2005/8/layout/vList2"/>
    <dgm:cxn modelId="{66CAC373-048B-4304-8F5B-14D28703D48B}" type="presParOf" srcId="{68A21061-EDCE-4D3F-A4D8-4F91868CC63E}" destId="{9ADAC8DB-906E-4C27-A902-B32D6A8D19C6}" srcOrd="2" destOrd="0" presId="urn:microsoft.com/office/officeart/2005/8/layout/vList2"/>
    <dgm:cxn modelId="{F114C406-74B2-42A7-A88B-3E8C5E0CC6BA}" type="presParOf" srcId="{68A21061-EDCE-4D3F-A4D8-4F91868CC63E}" destId="{74BE55E4-0EA8-41AD-BA01-CA80D5784B9D}" srcOrd="3" destOrd="0" presId="urn:microsoft.com/office/officeart/2005/8/layout/vList2"/>
    <dgm:cxn modelId="{76AD4884-E2E7-47DF-A324-75B48F49E22C}" type="presParOf" srcId="{68A21061-EDCE-4D3F-A4D8-4F91868CC63E}" destId="{EDE21E74-FFFC-4F00-8AB0-18B7E78932FE}" srcOrd="4" destOrd="0" presId="urn:microsoft.com/office/officeart/2005/8/layout/vList2"/>
    <dgm:cxn modelId="{FC2C0C6D-AA0C-4C36-BE86-765BADA8545D}" type="presParOf" srcId="{68A21061-EDCE-4D3F-A4D8-4F91868CC63E}" destId="{28FFD0B5-630B-4F34-9F3C-6FDA0025523F}" srcOrd="5" destOrd="0" presId="urn:microsoft.com/office/officeart/2005/8/layout/vList2"/>
    <dgm:cxn modelId="{165FE708-7DC5-4887-9225-4D6A4E064C49}" type="presParOf" srcId="{68A21061-EDCE-4D3F-A4D8-4F91868CC63E}" destId="{F72519B9-E5D5-45DB-AD59-3AA26A0D565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EBA21A-609E-456E-A096-A1617840DA7D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DC38F4-7BA1-40BF-ABA7-B7D9BCCEE4AA}">
      <dsp:nvSpPr>
        <dsp:cNvPr id="0" name=""/>
        <dsp:cNvSpPr/>
      </dsp:nvSpPr>
      <dsp:spPr>
        <a:xfrm>
          <a:off x="0" y="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• PHP (Hypertext Preprocessor) </a:t>
          </a:r>
          <a:r>
            <a:rPr lang="en-US" sz="2700" kern="1200" dirty="0" err="1"/>
            <a:t>adalah</a:t>
          </a:r>
          <a:r>
            <a:rPr lang="en-US" sz="2700" kern="1200" dirty="0"/>
            <a:t> </a:t>
          </a:r>
          <a:r>
            <a:rPr lang="en-US" sz="2700" kern="1200" dirty="0" err="1"/>
            <a:t>bahasa</a:t>
          </a:r>
          <a:r>
            <a:rPr lang="en-US" sz="2700" kern="1200" dirty="0"/>
            <a:t> </a:t>
          </a:r>
          <a:r>
            <a:rPr lang="en-US" sz="2700" kern="1200" dirty="0" err="1"/>
            <a:t>pemrograman</a:t>
          </a:r>
          <a:r>
            <a:rPr lang="en-US" sz="2700" kern="1200" dirty="0"/>
            <a:t> server-side</a:t>
          </a:r>
        </a:p>
      </dsp:txBody>
      <dsp:txXfrm>
        <a:off x="0" y="0"/>
        <a:ext cx="5175384" cy="1384035"/>
      </dsp:txXfrm>
    </dsp:sp>
    <dsp:sp modelId="{360EF5A7-B78E-48C0-BD7D-A768A18523D8}">
      <dsp:nvSpPr>
        <dsp:cNvPr id="0" name=""/>
        <dsp:cNvSpPr/>
      </dsp:nvSpPr>
      <dsp:spPr>
        <a:xfrm>
          <a:off x="0" y="1384035"/>
          <a:ext cx="5175384" cy="0"/>
        </a:xfrm>
        <a:prstGeom prst="line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DB113D-468A-4E2C-99C7-5823F4A15EB7}">
      <dsp:nvSpPr>
        <dsp:cNvPr id="0" name=""/>
        <dsp:cNvSpPr/>
      </dsp:nvSpPr>
      <dsp:spPr>
        <a:xfrm>
          <a:off x="0" y="138403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• </a:t>
          </a:r>
          <a:r>
            <a:rPr lang="en-US" altLang="en-US" sz="2700" kern="1200" dirty="0" err="1"/>
            <a:t>Merupakan</a:t>
          </a:r>
          <a:r>
            <a:rPr lang="en-US" altLang="en-US" sz="2700" kern="1200" dirty="0"/>
            <a:t> </a:t>
          </a:r>
          <a:r>
            <a:rPr lang="en-US" altLang="en-US" sz="2700" kern="1200" dirty="0" err="1"/>
            <a:t>bahasa</a:t>
          </a:r>
          <a:r>
            <a:rPr lang="en-US" altLang="en-US" sz="2700" kern="1200" dirty="0"/>
            <a:t> script server-side </a:t>
          </a:r>
          <a:r>
            <a:rPr lang="en-US" altLang="en-US" sz="2700" kern="1200" dirty="0" err="1"/>
            <a:t>untuk</a:t>
          </a:r>
          <a:r>
            <a:rPr lang="en-US" altLang="en-US" sz="2700" kern="1200" dirty="0"/>
            <a:t> </a:t>
          </a:r>
          <a:r>
            <a:rPr lang="en-US" altLang="en-US" sz="2700" kern="1200" dirty="0" err="1"/>
            <a:t>pemograman</a:t>
          </a:r>
          <a:r>
            <a:rPr lang="en-US" altLang="en-US" sz="2700" kern="1200" dirty="0"/>
            <a:t> web</a:t>
          </a:r>
          <a:endParaRPr lang="en-US" sz="2700" kern="1200" dirty="0"/>
        </a:p>
      </dsp:txBody>
      <dsp:txXfrm>
        <a:off x="0" y="1384035"/>
        <a:ext cx="5175384" cy="1384035"/>
      </dsp:txXfrm>
    </dsp:sp>
    <dsp:sp modelId="{3EB87350-C9E2-4CA5-BCC7-E025AECC9E15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280D23-14E1-4224-8E4B-2C1C1F62AF3F}">
      <dsp:nvSpPr>
        <dsp:cNvPr id="0" name=""/>
        <dsp:cNvSpPr/>
      </dsp:nvSpPr>
      <dsp:spPr>
        <a:xfrm>
          <a:off x="0" y="276807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• </a:t>
          </a:r>
          <a:r>
            <a:rPr lang="en-US" altLang="en-US" sz="2700" kern="1200" dirty="0"/>
            <a:t>Di </a:t>
          </a:r>
          <a:r>
            <a:rPr lang="en-US" altLang="en-US" sz="2700" kern="1200" dirty="0" err="1"/>
            <a:t>buat</a:t>
          </a:r>
          <a:r>
            <a:rPr lang="en-US" altLang="en-US" sz="2700" kern="1200" dirty="0"/>
            <a:t> </a:t>
          </a:r>
          <a:r>
            <a:rPr lang="en-US" altLang="en-US" sz="2700" kern="1200" dirty="0" err="1"/>
            <a:t>pertama</a:t>
          </a:r>
          <a:r>
            <a:rPr lang="en-US" altLang="en-US" sz="2700" kern="1200" dirty="0"/>
            <a:t> kali oleh Rasmus </a:t>
          </a:r>
          <a:r>
            <a:rPr lang="en-US" altLang="en-US" sz="2700" kern="1200" dirty="0" err="1"/>
            <a:t>Lerdoff</a:t>
          </a:r>
          <a:endParaRPr lang="en-US" sz="2700" kern="1200" dirty="0"/>
        </a:p>
      </dsp:txBody>
      <dsp:txXfrm>
        <a:off x="0" y="2768070"/>
        <a:ext cx="5175384" cy="1384035"/>
      </dsp:txXfrm>
    </dsp:sp>
    <dsp:sp modelId="{79D41C52-7CA9-4214-B251-75E7258701E0}">
      <dsp:nvSpPr>
        <dsp:cNvPr id="0" name=""/>
        <dsp:cNvSpPr/>
      </dsp:nvSpPr>
      <dsp:spPr>
        <a:xfrm>
          <a:off x="0" y="4152105"/>
          <a:ext cx="5175384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83D74E-AFE4-4218-BB19-1FA1C7EC8226}">
      <dsp:nvSpPr>
        <dsp:cNvPr id="0" name=""/>
        <dsp:cNvSpPr/>
      </dsp:nvSpPr>
      <dsp:spPr>
        <a:xfrm>
          <a:off x="0" y="415210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• PHP </a:t>
          </a:r>
          <a:r>
            <a:rPr lang="en-US" sz="2700" kern="1200" dirty="0" err="1"/>
            <a:t>dapat</a:t>
          </a:r>
          <a:r>
            <a:rPr lang="en-US" sz="2700" kern="1200" dirty="0"/>
            <a:t> </a:t>
          </a:r>
          <a:r>
            <a:rPr lang="en-US" sz="2700" kern="1200" dirty="0" err="1"/>
            <a:t>disisipkan</a:t>
          </a:r>
          <a:r>
            <a:rPr lang="en-US" sz="2700" kern="1200" dirty="0"/>
            <a:t> </a:t>
          </a:r>
          <a:r>
            <a:rPr lang="en-US" sz="2700" kern="1200" dirty="0" err="1"/>
            <a:t>ke</a:t>
          </a:r>
          <a:r>
            <a:rPr lang="en-US" sz="2700" kern="1200" dirty="0"/>
            <a:t> </a:t>
          </a:r>
          <a:r>
            <a:rPr lang="en-US" sz="2700" kern="1200" dirty="0" err="1"/>
            <a:t>dalam</a:t>
          </a:r>
          <a:r>
            <a:rPr lang="en-US" sz="2700" kern="1200" dirty="0"/>
            <a:t> HTML</a:t>
          </a:r>
        </a:p>
      </dsp:txBody>
      <dsp:txXfrm>
        <a:off x="0" y="4152105"/>
        <a:ext cx="5175384" cy="13840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EBA21A-609E-456E-A096-A1617840DA7D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DC38F4-7BA1-40BF-ABA7-B7D9BCCEE4AA}">
      <dsp:nvSpPr>
        <dsp:cNvPr id="0" name=""/>
        <dsp:cNvSpPr/>
      </dsp:nvSpPr>
      <dsp:spPr>
        <a:xfrm>
          <a:off x="0" y="2703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• B</a:t>
          </a:r>
          <a:r>
            <a:rPr lang="en-ID" sz="3600" i="0" kern="1200" dirty="0" err="1"/>
            <a:t>ahasa</a:t>
          </a:r>
          <a:r>
            <a:rPr lang="en-ID" sz="3600" i="0" kern="1200" dirty="0"/>
            <a:t> </a:t>
          </a:r>
          <a:r>
            <a:rPr lang="en-ID" sz="3600" i="0" kern="1200" dirty="0" err="1"/>
            <a:t>pemrograman</a:t>
          </a:r>
          <a:r>
            <a:rPr lang="en-ID" sz="3600" i="0" kern="1200" dirty="0"/>
            <a:t> yang </a:t>
          </a:r>
          <a:r>
            <a:rPr lang="en-ID" sz="3600" i="0" kern="1200" dirty="0" err="1"/>
            <a:t>berjalan</a:t>
          </a:r>
          <a:r>
            <a:rPr lang="en-ID" sz="3600" i="0" kern="1200" dirty="0"/>
            <a:t> di </a:t>
          </a:r>
          <a:r>
            <a:rPr lang="en-ID" sz="3600" i="0" kern="1200" dirty="0" err="1"/>
            <a:t>sisi</a:t>
          </a:r>
          <a:r>
            <a:rPr lang="en-ID" sz="3600" i="0" kern="1200" dirty="0"/>
            <a:t> server </a:t>
          </a:r>
          <a:r>
            <a:rPr lang="en-ID" sz="3600" i="1" kern="1200" dirty="0"/>
            <a:t>(server-side scripting)</a:t>
          </a:r>
          <a:endParaRPr lang="en-US" sz="3600" kern="1200" dirty="0"/>
        </a:p>
      </dsp:txBody>
      <dsp:txXfrm>
        <a:off x="0" y="2703"/>
        <a:ext cx="5175384" cy="1843578"/>
      </dsp:txXfrm>
    </dsp:sp>
    <dsp:sp modelId="{360EF5A7-B78E-48C0-BD7D-A768A18523D8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DB113D-468A-4E2C-99C7-5823F4A15EB7}">
      <dsp:nvSpPr>
        <dsp:cNvPr id="0" name=""/>
        <dsp:cNvSpPr/>
      </dsp:nvSpPr>
      <dsp:spPr>
        <a:xfrm>
          <a:off x="0" y="1846281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• </a:t>
          </a:r>
          <a:r>
            <a:rPr lang="en-US" sz="3600" kern="1200" dirty="0" err="1"/>
            <a:t>Digunakan</a:t>
          </a:r>
          <a:r>
            <a:rPr lang="en-US" sz="3600" kern="1200" dirty="0"/>
            <a:t> </a:t>
          </a:r>
          <a:r>
            <a:rPr lang="en-US" sz="3600" kern="1200" dirty="0" err="1"/>
            <a:t>untuk</a:t>
          </a:r>
          <a:r>
            <a:rPr lang="en-US" sz="3600" kern="1200" dirty="0"/>
            <a:t> </a:t>
          </a:r>
          <a:r>
            <a:rPr lang="en-US" sz="3600" kern="1200" dirty="0" err="1"/>
            <a:t>membuat</a:t>
          </a:r>
          <a:r>
            <a:rPr lang="en-US" sz="3600" kern="1200" dirty="0"/>
            <a:t> </a:t>
          </a:r>
          <a:r>
            <a:rPr lang="en-US" sz="3600" kern="1200" dirty="0" err="1"/>
            <a:t>aplikasi</a:t>
          </a:r>
          <a:r>
            <a:rPr lang="en-US" sz="3600" kern="1200" dirty="0"/>
            <a:t> web </a:t>
          </a:r>
          <a:r>
            <a:rPr lang="en-US" sz="3600" kern="1200" dirty="0" err="1"/>
            <a:t>dinamis</a:t>
          </a:r>
          <a:endParaRPr lang="en-US" sz="3600" kern="1200" dirty="0"/>
        </a:p>
      </dsp:txBody>
      <dsp:txXfrm>
        <a:off x="0" y="1846281"/>
        <a:ext cx="5175384" cy="1843578"/>
      </dsp:txXfrm>
    </dsp:sp>
    <dsp:sp modelId="{3EB87350-C9E2-4CA5-BCC7-E025AECC9E15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280D23-14E1-4224-8E4B-2C1C1F62AF3F}">
      <dsp:nvSpPr>
        <dsp:cNvPr id="0" name=""/>
        <dsp:cNvSpPr/>
      </dsp:nvSpPr>
      <dsp:spPr>
        <a:xfrm>
          <a:off x="0" y="3689859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• File PHP </a:t>
          </a:r>
          <a:r>
            <a:rPr lang="en-US" sz="3600" kern="1200" dirty="0" err="1"/>
            <a:t>berekstensi</a:t>
          </a:r>
          <a:r>
            <a:rPr lang="en-US" sz="3600" kern="1200" dirty="0"/>
            <a:t> .</a:t>
          </a:r>
          <a:r>
            <a:rPr lang="en-US" sz="3600" kern="1200" dirty="0" err="1"/>
            <a:t>php</a:t>
          </a:r>
          <a:endParaRPr lang="en-US" sz="3600" kern="1200" dirty="0"/>
        </a:p>
      </dsp:txBody>
      <dsp:txXfrm>
        <a:off x="0" y="3689859"/>
        <a:ext cx="5175384" cy="18435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E803E2-426B-4A75-95F3-09FF789F4637}">
      <dsp:nvSpPr>
        <dsp:cNvPr id="0" name=""/>
        <dsp:cNvSpPr/>
      </dsp:nvSpPr>
      <dsp:spPr>
        <a:xfrm>
          <a:off x="608" y="1125718"/>
          <a:ext cx="2374867" cy="14249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Gratis (open-source)</a:t>
          </a:r>
        </a:p>
      </dsp:txBody>
      <dsp:txXfrm>
        <a:off x="608" y="1125718"/>
        <a:ext cx="2374867" cy="1424920"/>
      </dsp:txXfrm>
    </dsp:sp>
    <dsp:sp modelId="{72BA3F83-56DA-47C3-B713-9CEA5FF451B1}">
      <dsp:nvSpPr>
        <dsp:cNvPr id="0" name=""/>
        <dsp:cNvSpPr/>
      </dsp:nvSpPr>
      <dsp:spPr>
        <a:xfrm>
          <a:off x="2612963" y="1125718"/>
          <a:ext cx="2374867" cy="1424920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Mudah dipelajari</a:t>
          </a:r>
        </a:p>
      </dsp:txBody>
      <dsp:txXfrm>
        <a:off x="2612963" y="1125718"/>
        <a:ext cx="2374867" cy="1424920"/>
      </dsp:txXfrm>
    </dsp:sp>
    <dsp:sp modelId="{0A6442E5-7957-44E4-839E-F68EC5D35D7D}">
      <dsp:nvSpPr>
        <dsp:cNvPr id="0" name=""/>
        <dsp:cNvSpPr/>
      </dsp:nvSpPr>
      <dsp:spPr>
        <a:xfrm>
          <a:off x="608" y="2788125"/>
          <a:ext cx="2374867" cy="1424920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Multi-platform (Windows, Linux, Mac)</a:t>
          </a:r>
        </a:p>
      </dsp:txBody>
      <dsp:txXfrm>
        <a:off x="608" y="2788125"/>
        <a:ext cx="2374867" cy="1424920"/>
      </dsp:txXfrm>
    </dsp:sp>
    <dsp:sp modelId="{5BA9269B-A238-45E5-89A4-91A2F5FF5957}">
      <dsp:nvSpPr>
        <dsp:cNvPr id="0" name=""/>
        <dsp:cNvSpPr/>
      </dsp:nvSpPr>
      <dsp:spPr>
        <a:xfrm>
          <a:off x="2612963" y="2788125"/>
          <a:ext cx="2374867" cy="1424920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Terintegrasi dengan HTML dan MySQL</a:t>
          </a:r>
        </a:p>
      </dsp:txBody>
      <dsp:txXfrm>
        <a:off x="2612963" y="2788125"/>
        <a:ext cx="2374867" cy="14249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A4E30A-8567-46F4-A629-D71C9B96CBC1}">
      <dsp:nvSpPr>
        <dsp:cNvPr id="0" name=""/>
        <dsp:cNvSpPr/>
      </dsp:nvSpPr>
      <dsp:spPr>
        <a:xfrm>
          <a:off x="0" y="2209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5032EA-EFA1-4AB6-9668-111A051CA42A}">
      <dsp:nvSpPr>
        <dsp:cNvPr id="0" name=""/>
        <dsp:cNvSpPr/>
      </dsp:nvSpPr>
      <dsp:spPr>
        <a:xfrm>
          <a:off x="0" y="2209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Kode PHP ditulis di dalam tag:</a:t>
          </a:r>
        </a:p>
      </dsp:txBody>
      <dsp:txXfrm>
        <a:off x="0" y="2209"/>
        <a:ext cx="8229600" cy="753590"/>
      </dsp:txXfrm>
    </dsp:sp>
    <dsp:sp modelId="{2AD8048F-87F4-4061-A71E-BC20BC4762D6}">
      <dsp:nvSpPr>
        <dsp:cNvPr id="0" name=""/>
        <dsp:cNvSpPr/>
      </dsp:nvSpPr>
      <dsp:spPr>
        <a:xfrm>
          <a:off x="0" y="75580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196074-9DDF-493C-9D58-EE9D71252F9B}">
      <dsp:nvSpPr>
        <dsp:cNvPr id="0" name=""/>
        <dsp:cNvSpPr/>
      </dsp:nvSpPr>
      <dsp:spPr>
        <a:xfrm>
          <a:off x="0" y="755800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&lt;?php ... ?&gt;</a:t>
          </a:r>
        </a:p>
      </dsp:txBody>
      <dsp:txXfrm>
        <a:off x="0" y="755800"/>
        <a:ext cx="8229600" cy="753590"/>
      </dsp:txXfrm>
    </dsp:sp>
    <dsp:sp modelId="{CD9ED938-E8FF-47D8-97B7-A7D151CEF0A1}">
      <dsp:nvSpPr>
        <dsp:cNvPr id="0" name=""/>
        <dsp:cNvSpPr/>
      </dsp:nvSpPr>
      <dsp:spPr>
        <a:xfrm>
          <a:off x="0" y="15093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CBC8DE-C9EF-4CBE-8E6A-B199740D4E7D}">
      <dsp:nvSpPr>
        <dsp:cNvPr id="0" name=""/>
        <dsp:cNvSpPr/>
      </dsp:nvSpPr>
      <dsp:spPr>
        <a:xfrm>
          <a:off x="0" y="1509390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Contoh:</a:t>
          </a:r>
        </a:p>
      </dsp:txBody>
      <dsp:txXfrm>
        <a:off x="0" y="1509390"/>
        <a:ext cx="8229600" cy="753590"/>
      </dsp:txXfrm>
    </dsp:sp>
    <dsp:sp modelId="{669D0992-283D-423B-8FEA-642AB75AFB0A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ACD0F2-F871-4763-8349-0563404C139F}">
      <dsp:nvSpPr>
        <dsp:cNvPr id="0" name=""/>
        <dsp:cNvSpPr/>
      </dsp:nvSpPr>
      <dsp:spPr>
        <a:xfrm>
          <a:off x="0" y="2262981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&lt;?</a:t>
          </a:r>
          <a:r>
            <a:rPr lang="en-US" sz="3400" kern="1200" dirty="0" err="1"/>
            <a:t>php</a:t>
          </a:r>
          <a:endParaRPr lang="en-US" sz="3400" kern="1200" dirty="0"/>
        </a:p>
      </dsp:txBody>
      <dsp:txXfrm>
        <a:off x="0" y="2262981"/>
        <a:ext cx="8229600" cy="753590"/>
      </dsp:txXfrm>
    </dsp:sp>
    <dsp:sp modelId="{10FBAB18-F9E2-434F-8706-30C952DC7E7D}">
      <dsp:nvSpPr>
        <dsp:cNvPr id="0" name=""/>
        <dsp:cNvSpPr/>
      </dsp:nvSpPr>
      <dsp:spPr>
        <a:xfrm>
          <a:off x="0" y="30165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037C11-13FD-4C07-AA38-C361FC66EF49}">
      <dsp:nvSpPr>
        <dsp:cNvPr id="0" name=""/>
        <dsp:cNvSpPr/>
      </dsp:nvSpPr>
      <dsp:spPr>
        <a:xfrm>
          <a:off x="0" y="3016572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echo 'Hello, World!';</a:t>
          </a:r>
        </a:p>
      </dsp:txBody>
      <dsp:txXfrm>
        <a:off x="0" y="3016572"/>
        <a:ext cx="8229600" cy="753590"/>
      </dsp:txXfrm>
    </dsp:sp>
    <dsp:sp modelId="{5CBFEB01-1C89-4275-BEDD-F569489DE280}">
      <dsp:nvSpPr>
        <dsp:cNvPr id="0" name=""/>
        <dsp:cNvSpPr/>
      </dsp:nvSpPr>
      <dsp:spPr>
        <a:xfrm>
          <a:off x="0" y="377016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CAA9AC-AD96-4E22-AB3E-214CEE6B9A2D}">
      <dsp:nvSpPr>
        <dsp:cNvPr id="0" name=""/>
        <dsp:cNvSpPr/>
      </dsp:nvSpPr>
      <dsp:spPr>
        <a:xfrm>
          <a:off x="0" y="3770162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?&gt;</a:t>
          </a:r>
        </a:p>
      </dsp:txBody>
      <dsp:txXfrm>
        <a:off x="0" y="3770162"/>
        <a:ext cx="8229600" cy="75359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FFFD3C-EF30-4F2E-B7AD-C73DB4E05420}">
      <dsp:nvSpPr>
        <dsp:cNvPr id="0" name=""/>
        <dsp:cNvSpPr/>
      </dsp:nvSpPr>
      <dsp:spPr>
        <a:xfrm>
          <a:off x="0" y="152981"/>
          <a:ext cx="4988440" cy="1193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Membutuhkan web server (Apache)</a:t>
          </a:r>
        </a:p>
      </dsp:txBody>
      <dsp:txXfrm>
        <a:off x="58257" y="211238"/>
        <a:ext cx="4871926" cy="1076886"/>
      </dsp:txXfrm>
    </dsp:sp>
    <dsp:sp modelId="{9ADAC8DB-906E-4C27-A902-B32D6A8D19C6}">
      <dsp:nvSpPr>
        <dsp:cNvPr id="0" name=""/>
        <dsp:cNvSpPr/>
      </dsp:nvSpPr>
      <dsp:spPr>
        <a:xfrm>
          <a:off x="0" y="1432781"/>
          <a:ext cx="4988440" cy="1193400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Gunakan paket XAMPP atau Laragon</a:t>
          </a:r>
        </a:p>
      </dsp:txBody>
      <dsp:txXfrm>
        <a:off x="58257" y="1491038"/>
        <a:ext cx="4871926" cy="1076886"/>
      </dsp:txXfrm>
    </dsp:sp>
    <dsp:sp modelId="{EDE21E74-FFFC-4F00-8AB0-18B7E78932FE}">
      <dsp:nvSpPr>
        <dsp:cNvPr id="0" name=""/>
        <dsp:cNvSpPr/>
      </dsp:nvSpPr>
      <dsp:spPr>
        <a:xfrm>
          <a:off x="0" y="2712581"/>
          <a:ext cx="4988440" cy="1193400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Simpan file PHP di folder htdocs (XAMPP)</a:t>
          </a:r>
        </a:p>
      </dsp:txBody>
      <dsp:txXfrm>
        <a:off x="58257" y="2770838"/>
        <a:ext cx="4871926" cy="1076886"/>
      </dsp:txXfrm>
    </dsp:sp>
    <dsp:sp modelId="{F72519B9-E5D5-45DB-AD59-3AA26A0D5657}">
      <dsp:nvSpPr>
        <dsp:cNvPr id="0" name=""/>
        <dsp:cNvSpPr/>
      </dsp:nvSpPr>
      <dsp:spPr>
        <a:xfrm>
          <a:off x="0" y="3992382"/>
          <a:ext cx="4988440" cy="119340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Akses via browser: http://localhost/namafile.php</a:t>
          </a:r>
        </a:p>
      </dsp:txBody>
      <dsp:txXfrm>
        <a:off x="58257" y="4050639"/>
        <a:ext cx="4871926" cy="10768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63.57616" units="1/cm"/>
          <inkml:channelProperty channel="Y" name="resolution" value="63.82979" units="1/cm"/>
          <inkml:channelProperty channel="T" name="resolution" value="1" units="1/dev"/>
        </inkml:channelProperties>
      </inkml:inkSource>
      <inkml:timestamp xml:id="ts0" timeString="2025-09-09T05:18:52.0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11573 17828 0,'32'-16'62,"-16"16"-46,0 0-16,-1 0 15,17 0-15,0 0 16,31 0 0,-31 0-16,0 16 15,0-16-15,31 0 16,-15 0-1,15 0 1,-15 0 0,-16 0-1,-1 0 1,33 0 0,-1 0-1,-15 0 1,-16 0-1,0 0 1,-17 0-16,17 0 16,32 0-1,-1-16 1,-31 16-16,0 0 16,-16 0-1,15 0 16,33 0-15,-32 0 0,-1 0-16,-15 0 47,0 0-32,0 0 1,16 0-1,-16 0 1</inkml:trace>
  <inkml:trace contextRef="#ctx0" brushRef="#br0" timeOffset="27463.45">5937 13113 0,'32'0'125,"32"0"-110,-17 0-15,17 0 16,47 0 0,-48 0-1,33 16 1,-33-1 15,-15-15-15,-16 16-16,-1 0 15,33 16 1,-1-32 0,1 16-1,-1 0 1,1 0-1,-48-16-15,0 15 16,31-15 0,-31 0-16,0 0 15,16 0-15,31 0 16,1 0 0,-33 0-1,-15 16 1,16-16-1,0 0-15,0 0 16,47 0 0,-63 0-16,31 0 15,1 0 1,16-16 0,-49 16-16,17-15 15,16-1 1,-32 16-1,0 0 1,-1 0 0,1 0 46,48-48-31,-48 32-31,0 0 0,-1 0 16,1 1 15,0-1-15,-16 0 0,16 0-16,-16-32 15,0 17 32,0-33-31,0 32-1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49" y="1093788"/>
            <a:ext cx="7879841" cy="2967208"/>
          </a:xfrm>
        </p:spPr>
        <p:txBody>
          <a:bodyPr>
            <a:normAutofit/>
          </a:bodyPr>
          <a:lstStyle/>
          <a:p>
            <a:pPr algn="l"/>
            <a:r>
              <a:rPr lang="en-ID" sz="7000"/>
              <a:t>Pengenalan Pemrograman PHP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50693" y="4619624"/>
            <a:ext cx="2960084" cy="10382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ID" sz="2000" dirty="0" err="1"/>
              <a:t>Pemrograman</a:t>
            </a:r>
            <a:r>
              <a:rPr lang="en-ID" sz="2000" dirty="0"/>
              <a:t> Web </a:t>
            </a:r>
            <a:r>
              <a:rPr lang="en-ID" sz="2000" dirty="0" err="1"/>
              <a:t>Lanjut</a:t>
            </a:r>
            <a:endParaRPr lang="en-ID" sz="2000" dirty="0"/>
          </a:p>
          <a:p>
            <a:pPr algn="r">
              <a:lnSpc>
                <a:spcPct val="90000"/>
              </a:lnSpc>
            </a:pPr>
            <a:r>
              <a:rPr lang="en-ID" sz="2000" dirty="0"/>
              <a:t>Asep Taufik Muharram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4331166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03304" y="2842186"/>
            <a:ext cx="54864" cy="29600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D" sz="4000"/>
              <a:t>Pengertian</a:t>
            </a:r>
            <a:r>
              <a:rPr lang="en-ID" sz="4000" dirty="0"/>
              <a:t> PHP</a:t>
            </a: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0669FFF9-709A-CD8D-10AF-4564C89386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7882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EC1FE6-B550-9131-640A-6438853A6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5B68145-19CF-D8AC-3BEE-0A12FABB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A49917-3B86-0148-7396-8274044A9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D" sz="4000" dirty="0" err="1"/>
              <a:t>Con’t</a:t>
            </a:r>
            <a:endParaRPr lang="en-ID" sz="4000" dirty="0"/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05192B06-4A49-D37F-3A6E-1132B4B25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87DF8500-0E5D-7B9C-9473-7DD92515F2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2845987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1559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t>Kelebihan PHP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79714F-3C77-FCCD-D77E-A17A230201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6928391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Struktur Dasar Program PHP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A90F9B3-BC10-BD8E-F0D0-B94EB98040D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rPr lang="en-ID" sz="3400"/>
              <a:t>Menjalankan PHP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760DA4-BD9A-1532-001E-61A5655D86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989371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60A2239-2099-602A-44A4-DA5C4A8CCE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Syntax dasar PHP </a:t>
            </a:r>
            <a:r>
              <a:rPr lang="en-US" altLang="en-US" i="1"/>
              <a:t>Script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99B63-EF00-A78A-1892-66E86699E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752600"/>
            <a:ext cx="7772400" cy="4191000"/>
          </a:xfrm>
        </p:spPr>
        <p:txBody>
          <a:bodyPr>
            <a:normAutofit lnSpcReduction="10000"/>
          </a:bodyPr>
          <a:lstStyle/>
          <a:p>
            <a:pPr algn="just">
              <a:defRPr/>
            </a:pPr>
            <a:r>
              <a:rPr lang="en-US" sz="2300" dirty="0"/>
              <a:t>PHP </a:t>
            </a:r>
            <a:r>
              <a:rPr lang="en-US" sz="2300" dirty="0" err="1"/>
              <a:t>merupakan</a:t>
            </a:r>
            <a:r>
              <a:rPr lang="en-US" sz="2300" dirty="0"/>
              <a:t> </a:t>
            </a:r>
            <a:r>
              <a:rPr lang="en-US" sz="2300" dirty="0" err="1"/>
              <a:t>bahasa</a:t>
            </a:r>
            <a:r>
              <a:rPr lang="en-US" sz="2300" dirty="0"/>
              <a:t> scripting yang </a:t>
            </a:r>
            <a:r>
              <a:rPr lang="en-US" sz="2300" dirty="0" err="1"/>
              <a:t>memiliki</a:t>
            </a:r>
            <a:r>
              <a:rPr lang="en-US" sz="2300" dirty="0"/>
              <a:t> </a:t>
            </a:r>
            <a:r>
              <a:rPr lang="en-US" sz="2300" dirty="0" err="1"/>
              <a:t>tipe</a:t>
            </a:r>
            <a:r>
              <a:rPr lang="en-US" sz="2300" dirty="0"/>
              <a:t> Interpreter (</a:t>
            </a:r>
            <a:r>
              <a:rPr lang="en-US" sz="2300" dirty="0" err="1"/>
              <a:t>tidak</a:t>
            </a:r>
            <a:r>
              <a:rPr lang="en-US" sz="2300" dirty="0"/>
              <a:t> </a:t>
            </a:r>
            <a:r>
              <a:rPr lang="en-US" sz="2300" dirty="0" err="1"/>
              <a:t>perlu</a:t>
            </a:r>
            <a:r>
              <a:rPr lang="en-US" sz="2300" dirty="0"/>
              <a:t> </a:t>
            </a:r>
            <a:r>
              <a:rPr lang="en-US" sz="2300" dirty="0" err="1"/>
              <a:t>melakukan</a:t>
            </a:r>
            <a:r>
              <a:rPr lang="en-US" sz="2300" dirty="0"/>
              <a:t> compiling), </a:t>
            </a:r>
            <a:r>
              <a:rPr lang="en-US" sz="2300" dirty="0" err="1"/>
              <a:t>cukup</a:t>
            </a:r>
            <a:r>
              <a:rPr lang="en-US" sz="2300" dirty="0"/>
              <a:t> </a:t>
            </a:r>
            <a:r>
              <a:rPr lang="en-US" sz="2300" dirty="0" err="1"/>
              <a:t>melakukan</a:t>
            </a:r>
            <a:r>
              <a:rPr lang="en-US" sz="2300" dirty="0"/>
              <a:t> proses </a:t>
            </a:r>
            <a:r>
              <a:rPr lang="en-US" sz="2300" dirty="0" err="1"/>
              <a:t>pembacaan</a:t>
            </a:r>
            <a:r>
              <a:rPr lang="en-US" sz="2300" dirty="0"/>
              <a:t> </a:t>
            </a:r>
            <a:r>
              <a:rPr lang="en-US" sz="2300" dirty="0" err="1"/>
              <a:t>pada</a:t>
            </a:r>
            <a:r>
              <a:rPr lang="en-US" sz="2300" dirty="0"/>
              <a:t> </a:t>
            </a:r>
            <a:r>
              <a:rPr lang="en-US" sz="2300" dirty="0" err="1"/>
              <a:t>setiap</a:t>
            </a:r>
            <a:r>
              <a:rPr lang="en-US" sz="2300" dirty="0"/>
              <a:t> </a:t>
            </a:r>
            <a:r>
              <a:rPr lang="en-US" sz="2300" dirty="0" err="1"/>
              <a:t>kode</a:t>
            </a:r>
            <a:r>
              <a:rPr lang="en-US" sz="2300" dirty="0"/>
              <a:t> PHP yang </a:t>
            </a:r>
            <a:r>
              <a:rPr lang="en-US" sz="2300" dirty="0" err="1"/>
              <a:t>kemudian</a:t>
            </a:r>
            <a:r>
              <a:rPr lang="en-US" sz="2300" dirty="0"/>
              <a:t> </a:t>
            </a:r>
            <a:r>
              <a:rPr lang="en-US" sz="2300" dirty="0" err="1"/>
              <a:t>dilakukan</a:t>
            </a:r>
            <a:r>
              <a:rPr lang="en-US" sz="2300" dirty="0"/>
              <a:t> </a:t>
            </a:r>
            <a:r>
              <a:rPr lang="en-US" sz="2300" dirty="0" err="1"/>
              <a:t>interprestasi</a:t>
            </a:r>
            <a:r>
              <a:rPr lang="en-US" sz="2300" dirty="0"/>
              <a:t> </a:t>
            </a:r>
            <a:r>
              <a:rPr lang="en-US" sz="2300" dirty="0" err="1"/>
              <a:t>hasil</a:t>
            </a:r>
            <a:r>
              <a:rPr lang="en-US" sz="2300" dirty="0"/>
              <a:t> </a:t>
            </a:r>
            <a:r>
              <a:rPr lang="en-US" sz="2300" dirty="0" err="1"/>
              <a:t>dari</a:t>
            </a:r>
            <a:r>
              <a:rPr lang="en-US" sz="2300" dirty="0"/>
              <a:t> proses </a:t>
            </a:r>
            <a:r>
              <a:rPr lang="en-US" sz="2300" dirty="0" err="1"/>
              <a:t>tersebut</a:t>
            </a:r>
            <a:r>
              <a:rPr lang="en-US" sz="2300" dirty="0"/>
              <a:t>. PHP </a:t>
            </a:r>
            <a:r>
              <a:rPr lang="en-US" sz="2300" dirty="0" err="1"/>
              <a:t>dapat</a:t>
            </a:r>
            <a:r>
              <a:rPr lang="en-US" sz="2300" dirty="0"/>
              <a:t> </a:t>
            </a:r>
            <a:r>
              <a:rPr lang="en-US" sz="2300" dirty="0" err="1"/>
              <a:t>disisipkan</a:t>
            </a:r>
            <a:r>
              <a:rPr lang="en-US" sz="2300" dirty="0"/>
              <a:t> di script lain </a:t>
            </a:r>
            <a:r>
              <a:rPr lang="en-US" sz="2300" dirty="0" err="1"/>
              <a:t>seperti</a:t>
            </a:r>
            <a:r>
              <a:rPr lang="en-US" sz="2300" dirty="0"/>
              <a:t> HTML.</a:t>
            </a:r>
          </a:p>
          <a:p>
            <a:pPr algn="just">
              <a:defRPr/>
            </a:pPr>
            <a:r>
              <a:rPr lang="en-US" sz="2300" b="1" u="sng" dirty="0"/>
              <a:t>Cara </a:t>
            </a:r>
            <a:r>
              <a:rPr lang="en-US" sz="2300" b="1" u="sng" dirty="0" err="1"/>
              <a:t>Penulisan</a:t>
            </a:r>
            <a:r>
              <a:rPr lang="en-US" sz="2300" b="1" u="sng" dirty="0"/>
              <a:t> </a:t>
            </a:r>
            <a:r>
              <a:rPr lang="en-US" sz="2300" b="1" u="sng" dirty="0" err="1"/>
              <a:t>Kode</a:t>
            </a:r>
            <a:r>
              <a:rPr lang="en-US" sz="2300" b="1" u="sng" dirty="0"/>
              <a:t> PHP</a:t>
            </a:r>
          </a:p>
          <a:p>
            <a:pPr algn="just">
              <a:defRPr/>
            </a:pPr>
            <a:endParaRPr lang="en-US" sz="2300" b="1" u="sng" dirty="0"/>
          </a:p>
          <a:p>
            <a:pPr algn="just">
              <a:defRPr/>
            </a:pPr>
            <a:endParaRPr lang="en-US" sz="2300" b="1" u="sng" dirty="0"/>
          </a:p>
          <a:p>
            <a:pPr algn="just">
              <a:defRPr/>
            </a:pPr>
            <a:endParaRPr lang="en-US" sz="2300" b="1" u="sng" dirty="0"/>
          </a:p>
          <a:p>
            <a:pPr algn="just">
              <a:defRPr/>
            </a:pPr>
            <a:endParaRPr lang="en-US" sz="2300" b="1" u="sng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sz="2300" dirty="0"/>
              <a:t>* tag </a:t>
            </a:r>
            <a:r>
              <a:rPr lang="en-US" sz="2300" dirty="0" err="1"/>
              <a:t>pembuka</a:t>
            </a:r>
            <a:r>
              <a:rPr lang="en-US" sz="2300" dirty="0"/>
              <a:t> </a:t>
            </a:r>
            <a:r>
              <a:rPr lang="en-US" sz="2300" dirty="0" err="1"/>
              <a:t>dapat</a:t>
            </a:r>
            <a:r>
              <a:rPr lang="en-US" sz="2300" dirty="0"/>
              <a:t> </a:t>
            </a:r>
            <a:r>
              <a:rPr lang="en-US" sz="2300" dirty="0" err="1"/>
              <a:t>juga</a:t>
            </a:r>
            <a:r>
              <a:rPr lang="en-US" sz="2300" dirty="0"/>
              <a:t> </a:t>
            </a:r>
            <a:r>
              <a:rPr lang="en-US" sz="2300" dirty="0" err="1"/>
              <a:t>dituliskan</a:t>
            </a:r>
            <a:r>
              <a:rPr lang="en-US" sz="2300" dirty="0"/>
              <a:t> </a:t>
            </a:r>
            <a:r>
              <a:rPr lang="en-US" sz="2300" dirty="0" err="1"/>
              <a:t>dengan</a:t>
            </a:r>
            <a:r>
              <a:rPr lang="en-US" sz="2300" dirty="0"/>
              <a:t> </a:t>
            </a:r>
            <a:r>
              <a:rPr lang="en-US" sz="2300" dirty="0" err="1"/>
              <a:t>tanda</a:t>
            </a:r>
            <a:r>
              <a:rPr lang="en-US" sz="2300" dirty="0"/>
              <a:t> </a:t>
            </a:r>
            <a:r>
              <a:rPr lang="en-US" sz="2300" b="1" dirty="0"/>
              <a:t>&lt;? </a:t>
            </a:r>
            <a:r>
              <a:rPr lang="en-US" sz="2300" dirty="0" err="1"/>
              <a:t>saja</a:t>
            </a:r>
            <a:r>
              <a:rPr lang="en-US" sz="2300" dirty="0"/>
              <a:t> </a:t>
            </a:r>
          </a:p>
          <a:p>
            <a:pPr algn="just">
              <a:defRPr/>
            </a:pPr>
            <a:endParaRPr lang="en-US" sz="2300" b="1" u="sng" dirty="0"/>
          </a:p>
        </p:txBody>
      </p:sp>
      <p:pic>
        <p:nvPicPr>
          <p:cNvPr id="12292" name="Picture 3">
            <a:extLst>
              <a:ext uri="{FF2B5EF4-FFF2-40B4-BE49-F238E27FC236}">
                <a16:creationId xmlns:a16="http://schemas.microsoft.com/office/drawing/2014/main" id="{BFBB3433-0F0C-0DDC-A9F1-49FB52FF1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" t="12454" r="72202" b="80644"/>
          <a:stretch>
            <a:fillRect/>
          </a:stretch>
        </p:blipFill>
        <p:spPr bwMode="auto">
          <a:xfrm>
            <a:off x="1012825" y="4000500"/>
            <a:ext cx="7521575" cy="1066800"/>
          </a:xfrm>
          <a:prstGeom prst="rect">
            <a:avLst/>
          </a:prstGeom>
          <a:noFill/>
          <a:ln w="9525">
            <a:solidFill>
              <a:srgbClr val="0B102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54D2766-0F75-0C65-4A41-B40F243ACB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Syntax dasar PHP </a:t>
            </a:r>
            <a:r>
              <a:rPr lang="en-US" altLang="en-US" i="1"/>
              <a:t>Script </a:t>
            </a:r>
            <a:r>
              <a:rPr lang="en-US" altLang="en-US"/>
              <a:t>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7D9B1-5FB2-A557-6DD6-F6CD3A87F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5" y="1828800"/>
            <a:ext cx="8201025" cy="4022725"/>
          </a:xfrm>
        </p:spPr>
        <p:txBody>
          <a:bodyPr/>
          <a:lstStyle/>
          <a:p>
            <a:pPr marL="225425" indent="-225425" algn="just">
              <a:buFont typeface="Wingdings" panose="05000000000000000000" pitchFamily="2" charset="2"/>
              <a:buChar char="Ø"/>
              <a:defRPr/>
            </a:pPr>
            <a:r>
              <a:rPr lang="en-US" sz="2500" dirty="0" err="1"/>
              <a:t>Simpan</a:t>
            </a:r>
            <a:r>
              <a:rPr lang="en-US" sz="2500" dirty="0"/>
              <a:t> file </a:t>
            </a:r>
            <a:r>
              <a:rPr lang="en-US" sz="2500" dirty="0" err="1"/>
              <a:t>dengan</a:t>
            </a:r>
            <a:r>
              <a:rPr lang="en-US" sz="2500" dirty="0"/>
              <a:t> </a:t>
            </a:r>
            <a:r>
              <a:rPr lang="en-US" sz="2500" dirty="0" err="1"/>
              <a:t>tipe</a:t>
            </a:r>
            <a:r>
              <a:rPr lang="en-US" sz="2500" dirty="0"/>
              <a:t> / format </a:t>
            </a:r>
            <a:r>
              <a:rPr lang="en-US" sz="2500" b="1" dirty="0"/>
              <a:t>.</a:t>
            </a:r>
            <a:r>
              <a:rPr lang="en-US" sz="2500" b="1" dirty="0" err="1"/>
              <a:t>php</a:t>
            </a:r>
            <a:r>
              <a:rPr lang="en-US" sz="2500" dirty="0"/>
              <a:t> di </a:t>
            </a:r>
            <a:r>
              <a:rPr lang="en-US" sz="2500" dirty="0" err="1"/>
              <a:t>direktori</a:t>
            </a:r>
            <a:r>
              <a:rPr lang="en-US" sz="2500" dirty="0"/>
              <a:t> </a:t>
            </a:r>
            <a:r>
              <a:rPr lang="en-US" sz="2500" b="1" dirty="0"/>
              <a:t>C:\xampp\htdocs </a:t>
            </a:r>
            <a:endParaRPr lang="en-US" sz="2500" dirty="0"/>
          </a:p>
          <a:p>
            <a:pPr marL="225425" indent="-225425" algn="just">
              <a:buFont typeface="Wingdings" panose="05000000000000000000" pitchFamily="2" charset="2"/>
              <a:buChar char="Ø"/>
              <a:defRPr/>
            </a:pPr>
            <a:r>
              <a:rPr lang="en-US" sz="2500" dirty="0" err="1"/>
              <a:t>Buka</a:t>
            </a:r>
            <a:r>
              <a:rPr lang="en-US" sz="2500" dirty="0"/>
              <a:t> browser, </a:t>
            </a:r>
            <a:r>
              <a:rPr lang="en-US" sz="2500" dirty="0" err="1"/>
              <a:t>kemudian</a:t>
            </a:r>
            <a:r>
              <a:rPr lang="en-US" sz="2500" dirty="0"/>
              <a:t> </a:t>
            </a:r>
            <a:r>
              <a:rPr lang="en-US" sz="2500" dirty="0" err="1"/>
              <a:t>ketikkan</a:t>
            </a:r>
            <a:r>
              <a:rPr lang="en-US" sz="2500" dirty="0"/>
              <a:t> </a:t>
            </a:r>
            <a:r>
              <a:rPr lang="en-US" sz="2500" b="1" dirty="0" err="1"/>
              <a:t>localhost</a:t>
            </a:r>
            <a:r>
              <a:rPr lang="en-US" sz="2500" b="1" dirty="0"/>
              <a:t>/</a:t>
            </a:r>
            <a:r>
              <a:rPr lang="en-US" sz="2500" b="1" dirty="0" err="1"/>
              <a:t>nama_file</a:t>
            </a:r>
            <a:r>
              <a:rPr lang="en-US" sz="2500" b="1" dirty="0"/>
              <a:t> </a:t>
            </a:r>
            <a:r>
              <a:rPr lang="en-US" sz="2500" dirty="0" err="1"/>
              <a:t>pada</a:t>
            </a:r>
            <a:r>
              <a:rPr lang="en-US" sz="2500" dirty="0"/>
              <a:t> </a:t>
            </a:r>
            <a:r>
              <a:rPr lang="en-US" sz="2500" dirty="0" err="1"/>
              <a:t>alamat</a:t>
            </a:r>
            <a:r>
              <a:rPr lang="en-US" sz="2500" dirty="0"/>
              <a:t> URL</a:t>
            </a:r>
            <a:endParaRPr lang="en-US" sz="2500" b="1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sz="2500" b="1" dirty="0" err="1"/>
              <a:t>Contoh</a:t>
            </a:r>
            <a:r>
              <a:rPr lang="en-US" sz="2500" b="1" dirty="0"/>
              <a:t> :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sz="2500" b="1" dirty="0"/>
          </a:p>
          <a:p>
            <a:pPr algn="just">
              <a:defRPr/>
            </a:pPr>
            <a:endParaRPr lang="en-US" sz="2500" b="1" u="sng" dirty="0"/>
          </a:p>
        </p:txBody>
      </p:sp>
      <p:pic>
        <p:nvPicPr>
          <p:cNvPr id="13316" name="Picture 3">
            <a:extLst>
              <a:ext uri="{FF2B5EF4-FFF2-40B4-BE49-F238E27FC236}">
                <a16:creationId xmlns:a16="http://schemas.microsoft.com/office/drawing/2014/main" id="{F4E194E7-31FB-EA1A-786D-3CCBEA980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132" b="75642"/>
          <a:stretch>
            <a:fillRect/>
          </a:stretch>
        </p:blipFill>
        <p:spPr bwMode="auto">
          <a:xfrm>
            <a:off x="481013" y="4038600"/>
            <a:ext cx="4772025" cy="252571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17" name="TextBox 4">
            <a:extLst>
              <a:ext uri="{FF2B5EF4-FFF2-40B4-BE49-F238E27FC236}">
                <a16:creationId xmlns:a16="http://schemas.microsoft.com/office/drawing/2014/main" id="{B9561076-D024-8C9E-9577-11D40C58D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267200"/>
            <a:ext cx="3448050" cy="120015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just"/>
            <a:r>
              <a:rPr lang="en-US" altLang="en-US" b="1"/>
              <a:t>Penting!!!</a:t>
            </a:r>
          </a:p>
          <a:p>
            <a:pPr algn="just"/>
            <a:r>
              <a:rPr lang="en-US" altLang="en-US" b="1"/>
              <a:t>Pastikan web server xampp sudah aktif sebelum menjalankan file php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02C618A-5C04-8F85-D658-3F406EC20D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Syntax dasar PHP </a:t>
            </a:r>
            <a:r>
              <a:rPr lang="en-US" altLang="en-US" i="1"/>
              <a:t>Script </a:t>
            </a:r>
            <a:r>
              <a:rPr lang="en-US" altLang="en-US"/>
              <a:t>(1)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DFD87AD-1623-F776-3154-4C626F5DE5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2296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600"/>
              <a:t>Kode PHP disimpan sebagai plain text dalam format ASCII, sehingga kode PHP dapat ditulis hampir di semua editor text seperti windows notepad, windows wordpad, dll.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/>
              <a:t>Kode PHP adalah kode yang disertakan di sebuah halaman HTML dan kode tersebut dijalankan oleh server sebelum dikirim ke browser.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/>
              <a:t>Pada file .html, HTTP server hanya melewatkan isi dari file menuju ke browser. Server tidak mencoba untuk mengerti atau memproses file, karena itu adalah tugas sebuah browser. </a:t>
            </a:r>
          </a:p>
          <a:p>
            <a:pPr eaLnBrk="1" hangingPunct="1">
              <a:lnSpc>
                <a:spcPct val="90000"/>
              </a:lnSpc>
            </a:pPr>
            <a:endParaRPr lang="en-US" altLang="en-US" sz="2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9BF83E1B-4F08-569E-430B-614244DF28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Contoh</a:t>
            </a:r>
            <a:r>
              <a:rPr lang="en-US" altLang="en-US" dirty="0"/>
              <a:t> Kode Program</a:t>
            </a:r>
          </a:p>
        </p:txBody>
      </p:sp>
      <p:pic>
        <p:nvPicPr>
          <p:cNvPr id="15363" name="Picture 1">
            <a:extLst>
              <a:ext uri="{FF2B5EF4-FFF2-40B4-BE49-F238E27FC236}">
                <a16:creationId xmlns:a16="http://schemas.microsoft.com/office/drawing/2014/main" id="{9A928C27-0928-5F4B-E065-266C0B5A2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1905000"/>
            <a:ext cx="7467600" cy="384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01F9DE2-67E3-4EFD-B549-FA91488EA9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Syntax dasar PHP </a:t>
            </a:r>
            <a:r>
              <a:rPr lang="en-US" altLang="en-US" i="1"/>
              <a:t>Script </a:t>
            </a:r>
            <a:r>
              <a:rPr lang="en-US" altLang="en-US"/>
              <a:t>(2)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FE089661-858A-CEB6-F244-F8B44A610E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648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100"/>
              <a:t>Banyak cara untuk menyisipkan PHP dalam script HTML. beberapa Blok scripting PHP didefinisi antara lain: </a:t>
            </a:r>
          </a:p>
          <a:p>
            <a:pPr eaLnBrk="1" hangingPunct="1">
              <a:lnSpc>
                <a:spcPct val="80000"/>
              </a:lnSpc>
            </a:pPr>
            <a:endParaRPr lang="en-US" altLang="en-US" sz="2100"/>
          </a:p>
          <a:p>
            <a:pPr lvl="1" eaLnBrk="1" hangingPunct="1">
              <a:lnSpc>
                <a:spcPct val="80000"/>
              </a:lnSpc>
            </a:pPr>
            <a:r>
              <a:rPr lang="sv-SE" altLang="en-US" sz="2000" b="1">
                <a:solidFill>
                  <a:schemeClr val="accent2"/>
                </a:solidFill>
              </a:rPr>
              <a:t>kerangka 1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v-SE" altLang="en-US" sz="2000"/>
              <a:t>	&lt;?php	//menandai awal tag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v-SE" altLang="en-US" sz="2000"/>
              <a:t>		...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v-SE" altLang="en-US" sz="2000"/>
              <a:t>	?&gt;		//menandai akhir tag</a:t>
            </a:r>
          </a:p>
          <a:p>
            <a:pPr lvl="1" eaLnBrk="1" hangingPunct="1">
              <a:lnSpc>
                <a:spcPct val="80000"/>
              </a:lnSpc>
            </a:pPr>
            <a:r>
              <a:rPr lang="sv-SE" altLang="en-US" sz="2000" b="1">
                <a:solidFill>
                  <a:schemeClr val="accent2"/>
                </a:solidFill>
              </a:rPr>
              <a:t>kerangka 2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v-SE" altLang="en-US" sz="2000"/>
              <a:t>	&lt;?		//menandai awal tag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v-SE" altLang="en-US" sz="2000"/>
              <a:t>		...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v-SE" altLang="en-US" sz="2000"/>
              <a:t>	?&gt;		//menandai akhir tag</a:t>
            </a:r>
          </a:p>
          <a:p>
            <a:pPr lvl="1" eaLnBrk="1" hangingPunct="1">
              <a:lnSpc>
                <a:spcPct val="80000"/>
              </a:lnSpc>
            </a:pPr>
            <a:r>
              <a:rPr lang="sv-SE" altLang="en-US" sz="2000" b="1">
                <a:solidFill>
                  <a:schemeClr val="accent2"/>
                </a:solidFill>
              </a:rPr>
              <a:t>kerangka 3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v-SE" altLang="en-US" sz="2000"/>
              <a:t>	&lt;%		//menandai awal tag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v-SE" altLang="en-US" sz="2000"/>
              <a:t>		...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v-SE" altLang="en-US" sz="2000"/>
              <a:t>	%&gt;		//menandai akhir tag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751E72B-31EB-5526-D57F-F030181C08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D" altLang="en-US">
                <a:latin typeface="ui-sans-serif"/>
              </a:rPr>
              <a:t>Penulisan Statement dan Ekspresi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4A66A21-2767-97C1-6B56-2D206763F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676400"/>
            <a:ext cx="8229600" cy="44116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kern="0" dirty="0"/>
              <a:t>Statement dan </a:t>
            </a:r>
            <a:r>
              <a:rPr lang="en-US" altLang="en-US" kern="0" dirty="0" err="1"/>
              <a:t>ekspersi</a:t>
            </a:r>
            <a:r>
              <a:rPr lang="en-US" altLang="en-US" kern="0" dirty="0"/>
              <a:t> </a:t>
            </a:r>
            <a:r>
              <a:rPr lang="en-US" altLang="en-US" kern="0" dirty="0" err="1"/>
              <a:t>adalah</a:t>
            </a:r>
            <a:r>
              <a:rPr lang="en-US" altLang="en-US" kern="0" dirty="0"/>
              <a:t> </a:t>
            </a:r>
            <a:r>
              <a:rPr lang="en-US" altLang="en-US" kern="0" dirty="0" err="1"/>
              <a:t>intruksi</a:t>
            </a:r>
            <a:r>
              <a:rPr lang="en-US" altLang="en-US" kern="0" dirty="0"/>
              <a:t> yang </a:t>
            </a:r>
            <a:r>
              <a:rPr lang="en-US" altLang="en-US" kern="0" dirty="0" err="1"/>
              <a:t>akan</a:t>
            </a:r>
            <a:r>
              <a:rPr lang="en-US" altLang="en-US" kern="0" dirty="0"/>
              <a:t> </a:t>
            </a:r>
            <a:r>
              <a:rPr lang="en-US" altLang="en-US" kern="0" dirty="0" err="1"/>
              <a:t>diberikan</a:t>
            </a:r>
            <a:r>
              <a:rPr lang="en-US" altLang="en-US" kern="0" dirty="0"/>
              <a:t> </a:t>
            </a:r>
            <a:r>
              <a:rPr lang="en-US" altLang="en-US" kern="0" dirty="0" err="1"/>
              <a:t>ke</a:t>
            </a:r>
            <a:r>
              <a:rPr lang="en-US" altLang="en-US" kern="0" dirty="0"/>
              <a:t> </a:t>
            </a:r>
            <a:r>
              <a:rPr lang="en-US" altLang="en-US" kern="0" dirty="0" err="1"/>
              <a:t>komputer</a:t>
            </a:r>
            <a:r>
              <a:rPr lang="en-US" altLang="en-US" kern="0" dirty="0"/>
              <a:t>. </a:t>
            </a:r>
          </a:p>
          <a:p>
            <a:pPr eaLnBrk="1" hangingPunct="1">
              <a:defRPr/>
            </a:pPr>
            <a:r>
              <a:rPr lang="en-US" altLang="en-US" kern="0" dirty="0" err="1"/>
              <a:t>Setiap</a:t>
            </a:r>
            <a:r>
              <a:rPr lang="en-US" altLang="en-US" kern="0" dirty="0"/>
              <a:t> statement dan </a:t>
            </a:r>
            <a:r>
              <a:rPr lang="en-US" altLang="en-US" kern="0" dirty="0" err="1"/>
              <a:t>ekspresi</a:t>
            </a:r>
            <a:r>
              <a:rPr lang="en-US" altLang="en-US" kern="0" dirty="0"/>
              <a:t> di PHP </a:t>
            </a:r>
            <a:r>
              <a:rPr lang="en-US" altLang="en-US" kern="0" dirty="0" err="1"/>
              <a:t>harus</a:t>
            </a:r>
            <a:r>
              <a:rPr lang="en-US" altLang="en-US" kern="0" dirty="0"/>
              <a:t> </a:t>
            </a:r>
            <a:r>
              <a:rPr lang="en-US" altLang="en-US" kern="0" dirty="0" err="1"/>
              <a:t>diakhiri</a:t>
            </a:r>
            <a:r>
              <a:rPr lang="en-US" altLang="en-US" kern="0" dirty="0"/>
              <a:t> </a:t>
            </a:r>
            <a:r>
              <a:rPr lang="en-US" altLang="en-US" kern="0" dirty="0" err="1"/>
              <a:t>dengan</a:t>
            </a:r>
            <a:r>
              <a:rPr lang="en-US" altLang="en-US" kern="0" dirty="0"/>
              <a:t> </a:t>
            </a:r>
            <a:r>
              <a:rPr lang="en-US" altLang="en-US" kern="0" dirty="0" err="1"/>
              <a:t>titik</a:t>
            </a:r>
            <a:r>
              <a:rPr lang="en-US" altLang="en-US" kern="0" dirty="0"/>
              <a:t> </a:t>
            </a:r>
            <a:r>
              <a:rPr lang="en-US" altLang="en-US" kern="0" dirty="0" err="1"/>
              <a:t>koma</a:t>
            </a:r>
            <a:r>
              <a:rPr lang="en-US" altLang="en-US" kern="0" dirty="0"/>
              <a:t> (;). </a:t>
            </a:r>
          </a:p>
        </p:txBody>
      </p:sp>
      <p:pic>
        <p:nvPicPr>
          <p:cNvPr id="17412" name="Picture 3">
            <a:extLst>
              <a:ext uri="{FF2B5EF4-FFF2-40B4-BE49-F238E27FC236}">
                <a16:creationId xmlns:a16="http://schemas.microsoft.com/office/drawing/2014/main" id="{5C06C242-73EE-48F8-F32E-D4771C087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49688"/>
            <a:ext cx="3690938" cy="171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7350E06-40A9-D042-8712-E8A6B5F8C8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D" altLang="en-US">
                <a:latin typeface="ui-sans-serif"/>
              </a:rPr>
              <a:t>Aturan Penulisan Case PHP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C951697-C7C1-29C8-9431-0BF72B278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676400"/>
            <a:ext cx="8229600" cy="44116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ID" dirty="0">
                <a:latin typeface="ui-serif"/>
              </a:rPr>
              <a:t>PHP </a:t>
            </a:r>
            <a:r>
              <a:rPr lang="en-ID" dirty="0" err="1">
                <a:latin typeface="ui-serif"/>
              </a:rPr>
              <a:t>adalah</a:t>
            </a:r>
            <a:r>
              <a:rPr lang="en-ID" dirty="0">
                <a:latin typeface="ui-serif"/>
              </a:rPr>
              <a:t> </a:t>
            </a:r>
            <a:r>
              <a:rPr lang="en-ID" dirty="0" err="1">
                <a:latin typeface="ui-serif"/>
              </a:rPr>
              <a:t>bahasa</a:t>
            </a:r>
            <a:r>
              <a:rPr lang="en-ID" dirty="0">
                <a:latin typeface="ui-serif"/>
              </a:rPr>
              <a:t> </a:t>
            </a:r>
            <a:r>
              <a:rPr lang="en-ID" dirty="0" err="1">
                <a:latin typeface="ui-serif"/>
              </a:rPr>
              <a:t>pemrograman</a:t>
            </a:r>
            <a:r>
              <a:rPr lang="en-ID" dirty="0">
                <a:latin typeface="ui-serif"/>
              </a:rPr>
              <a:t> yang </a:t>
            </a:r>
            <a:r>
              <a:rPr lang="en-ID" dirty="0" err="1">
                <a:latin typeface="ui-serif"/>
              </a:rPr>
              <a:t>bersifat</a:t>
            </a:r>
            <a:r>
              <a:rPr lang="en-ID" dirty="0">
                <a:latin typeface="ui-serif"/>
              </a:rPr>
              <a:t> </a:t>
            </a:r>
            <a:r>
              <a:rPr lang="en-ID" i="1" dirty="0">
                <a:latin typeface="ui-serif"/>
              </a:rPr>
              <a:t>case sensitive</a:t>
            </a:r>
            <a:r>
              <a:rPr lang="en-ID" dirty="0">
                <a:latin typeface="ui-serif"/>
              </a:rPr>
              <a:t>. </a:t>
            </a:r>
            <a:r>
              <a:rPr lang="en-ID" dirty="0" err="1">
                <a:latin typeface="ui-serif"/>
              </a:rPr>
              <a:t>Artinya</a:t>
            </a:r>
            <a:r>
              <a:rPr lang="en-ID" dirty="0">
                <a:latin typeface="ui-serif"/>
              </a:rPr>
              <a:t>, </a:t>
            </a:r>
            <a:r>
              <a:rPr lang="en-ID" dirty="0" err="1">
                <a:latin typeface="ui-serif"/>
              </a:rPr>
              <a:t>huruf</a:t>
            </a:r>
            <a:r>
              <a:rPr lang="en-ID" dirty="0">
                <a:latin typeface="ui-serif"/>
              </a:rPr>
              <a:t> </a:t>
            </a:r>
            <a:r>
              <a:rPr lang="en-ID" dirty="0" err="1">
                <a:latin typeface="ui-serif"/>
              </a:rPr>
              <a:t>besar</a:t>
            </a:r>
            <a:r>
              <a:rPr lang="en-ID" dirty="0">
                <a:latin typeface="ui-serif"/>
              </a:rPr>
              <a:t> (</a:t>
            </a:r>
            <a:r>
              <a:rPr lang="en-ID" dirty="0" err="1">
                <a:latin typeface="ui-serif"/>
              </a:rPr>
              <a:t>kapital</a:t>
            </a:r>
            <a:r>
              <a:rPr lang="en-ID" dirty="0">
                <a:latin typeface="ui-serif"/>
              </a:rPr>
              <a:t>) dan </a:t>
            </a:r>
            <a:r>
              <a:rPr lang="en-ID" dirty="0" err="1">
                <a:latin typeface="ui-serif"/>
              </a:rPr>
              <a:t>huruf</a:t>
            </a:r>
            <a:r>
              <a:rPr lang="en-ID" dirty="0">
                <a:latin typeface="ui-serif"/>
              </a:rPr>
              <a:t> </a:t>
            </a:r>
            <a:r>
              <a:rPr lang="en-ID" dirty="0" err="1">
                <a:latin typeface="ui-serif"/>
              </a:rPr>
              <a:t>kecil</a:t>
            </a:r>
            <a:r>
              <a:rPr lang="en-ID" dirty="0">
                <a:latin typeface="ui-serif"/>
              </a:rPr>
              <a:t> </a:t>
            </a:r>
            <a:r>
              <a:rPr lang="en-ID" dirty="0" err="1">
                <a:latin typeface="ui-serif"/>
              </a:rPr>
              <a:t>akan</a:t>
            </a:r>
            <a:r>
              <a:rPr lang="en-ID" dirty="0">
                <a:latin typeface="ui-serif"/>
              </a:rPr>
              <a:t> </a:t>
            </a:r>
            <a:r>
              <a:rPr lang="en-ID" dirty="0" err="1">
                <a:latin typeface="ui-serif"/>
              </a:rPr>
              <a:t>dibedakan</a:t>
            </a:r>
            <a:r>
              <a:rPr lang="en-ID" dirty="0">
                <a:latin typeface="ui-serif"/>
              </a:rPr>
              <a:t>.</a:t>
            </a:r>
            <a:r>
              <a:rPr lang="en-US" altLang="en-US" kern="0" dirty="0"/>
              <a:t> (;). </a:t>
            </a:r>
          </a:p>
        </p:txBody>
      </p:sp>
      <p:pic>
        <p:nvPicPr>
          <p:cNvPr id="18436" name="Picture 1">
            <a:extLst>
              <a:ext uri="{FF2B5EF4-FFF2-40B4-BE49-F238E27FC236}">
                <a16:creationId xmlns:a16="http://schemas.microsoft.com/office/drawing/2014/main" id="{047639AC-AF98-CD78-89F0-96ED8D668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657600"/>
            <a:ext cx="4995863" cy="139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2D4F779-6615-69C9-8CBA-AF710647A3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D" altLang="en-US">
                <a:latin typeface="ui-sans-serif"/>
              </a:rPr>
              <a:t>Penulisan Komentar di PHP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8C7C0FF-793D-1AD4-605B-AB3700706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676400"/>
            <a:ext cx="5181600" cy="44116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ID" sz="2400" dirty="0" err="1">
                <a:latin typeface="ui-serif"/>
              </a:rPr>
              <a:t>Komentar</a:t>
            </a:r>
            <a:r>
              <a:rPr lang="en-ID" sz="2400" dirty="0">
                <a:latin typeface="ui-serif"/>
              </a:rPr>
              <a:t> </a:t>
            </a:r>
            <a:r>
              <a:rPr lang="en-ID" sz="2400" dirty="0" err="1">
                <a:latin typeface="ui-serif"/>
              </a:rPr>
              <a:t>adalah</a:t>
            </a:r>
            <a:r>
              <a:rPr lang="en-ID" sz="2400" dirty="0">
                <a:latin typeface="ui-serif"/>
              </a:rPr>
              <a:t> </a:t>
            </a:r>
            <a:r>
              <a:rPr lang="en-ID" sz="2400" dirty="0" err="1">
                <a:latin typeface="ui-serif"/>
              </a:rPr>
              <a:t>bagian</a:t>
            </a:r>
            <a:r>
              <a:rPr lang="en-ID" sz="2400" dirty="0">
                <a:latin typeface="ui-serif"/>
              </a:rPr>
              <a:t> yang </a:t>
            </a:r>
            <a:r>
              <a:rPr lang="en-ID" sz="2400" dirty="0" err="1">
                <a:latin typeface="ui-serif"/>
              </a:rPr>
              <a:t>tidak</a:t>
            </a:r>
            <a:r>
              <a:rPr lang="en-ID" sz="2400" dirty="0">
                <a:latin typeface="ui-serif"/>
              </a:rPr>
              <a:t> </a:t>
            </a:r>
            <a:r>
              <a:rPr lang="en-ID" sz="2400" dirty="0" err="1">
                <a:latin typeface="ui-serif"/>
              </a:rPr>
              <a:t>akan</a:t>
            </a:r>
            <a:r>
              <a:rPr lang="en-ID" sz="2400" dirty="0">
                <a:latin typeface="ui-serif"/>
              </a:rPr>
              <a:t> </a:t>
            </a:r>
            <a:r>
              <a:rPr lang="en-ID" sz="2400" dirty="0" err="1">
                <a:latin typeface="ui-serif"/>
              </a:rPr>
              <a:t>dieksekusi</a:t>
            </a:r>
            <a:r>
              <a:rPr lang="en-ID" sz="2400" dirty="0">
                <a:latin typeface="ui-serif"/>
              </a:rPr>
              <a:t> oleh </a:t>
            </a:r>
            <a:r>
              <a:rPr lang="en-ID" sz="2400" dirty="0" err="1">
                <a:latin typeface="ui-serif"/>
              </a:rPr>
              <a:t>komputer</a:t>
            </a:r>
            <a:r>
              <a:rPr lang="en-ID" sz="2400" dirty="0">
                <a:latin typeface="ui-serif"/>
              </a:rPr>
              <a:t>. </a:t>
            </a:r>
            <a:r>
              <a:rPr lang="en-ID" sz="2400" dirty="0" err="1">
                <a:latin typeface="ui-serif"/>
              </a:rPr>
              <a:t>Biasanya</a:t>
            </a:r>
            <a:r>
              <a:rPr lang="en-ID" sz="2400" dirty="0">
                <a:latin typeface="ui-serif"/>
              </a:rPr>
              <a:t> </a:t>
            </a:r>
            <a:r>
              <a:rPr lang="en-ID" sz="2400" dirty="0" err="1">
                <a:latin typeface="ui-serif"/>
              </a:rPr>
              <a:t>digunakan</a:t>
            </a:r>
            <a:r>
              <a:rPr lang="en-ID" sz="2400" dirty="0">
                <a:latin typeface="ui-serif"/>
              </a:rPr>
              <a:t> </a:t>
            </a:r>
            <a:r>
              <a:rPr lang="en-ID" sz="2400" dirty="0" err="1">
                <a:latin typeface="ui-serif"/>
              </a:rPr>
              <a:t>untuk</a:t>
            </a:r>
            <a:r>
              <a:rPr lang="en-ID" sz="2400" dirty="0">
                <a:latin typeface="ui-serif"/>
              </a:rPr>
              <a:t> </a:t>
            </a:r>
            <a:r>
              <a:rPr lang="en-ID" sz="2400" dirty="0" err="1">
                <a:latin typeface="ui-serif"/>
              </a:rPr>
              <a:t>keterangan</a:t>
            </a:r>
            <a:r>
              <a:rPr lang="en-ID" sz="2400" dirty="0">
                <a:latin typeface="ui-serif"/>
              </a:rPr>
              <a:t>, </a:t>
            </a:r>
            <a:r>
              <a:rPr lang="en-ID" sz="2400" dirty="0" err="1">
                <a:latin typeface="ui-serif"/>
              </a:rPr>
              <a:t>penjelasan</a:t>
            </a:r>
            <a:r>
              <a:rPr lang="en-ID" sz="2400" dirty="0">
                <a:latin typeface="ui-serif"/>
              </a:rPr>
              <a:t>, dan </a:t>
            </a:r>
            <a:r>
              <a:rPr lang="en-ID" sz="2400" dirty="0" err="1">
                <a:latin typeface="ui-serif"/>
              </a:rPr>
              <a:t>dokumentasi</a:t>
            </a:r>
            <a:r>
              <a:rPr lang="en-ID" sz="2400" dirty="0">
                <a:latin typeface="ui-serif"/>
              </a:rPr>
              <a:t> </a:t>
            </a:r>
            <a:r>
              <a:rPr lang="en-ID" sz="2400" dirty="0" err="1">
                <a:latin typeface="ui-serif"/>
              </a:rPr>
              <a:t>kode</a:t>
            </a:r>
            <a:r>
              <a:rPr lang="en-ID" sz="2400" dirty="0">
                <a:latin typeface="ui-serif"/>
              </a:rPr>
              <a:t> program.</a:t>
            </a:r>
          </a:p>
          <a:p>
            <a:pPr eaLnBrk="1" hangingPunct="1">
              <a:defRPr/>
            </a:pPr>
            <a:r>
              <a:rPr lang="en-ID" sz="2400" dirty="0" err="1">
                <a:latin typeface="ui-serif"/>
              </a:rPr>
              <a:t>Komentar</a:t>
            </a:r>
            <a:r>
              <a:rPr lang="en-ID" sz="2400" dirty="0">
                <a:latin typeface="ui-serif"/>
              </a:rPr>
              <a:t> di PHP </a:t>
            </a:r>
            <a:r>
              <a:rPr lang="en-ID" sz="2400" dirty="0" err="1">
                <a:latin typeface="ui-serif"/>
              </a:rPr>
              <a:t>dapat</a:t>
            </a:r>
            <a:r>
              <a:rPr lang="en-ID" sz="2400" dirty="0">
                <a:latin typeface="ui-serif"/>
              </a:rPr>
              <a:t> </a:t>
            </a:r>
            <a:r>
              <a:rPr lang="en-ID" sz="2400" dirty="0" err="1">
                <a:latin typeface="ui-serif"/>
              </a:rPr>
              <a:t>ditulis</a:t>
            </a:r>
            <a:r>
              <a:rPr lang="en-ID" sz="2400" dirty="0">
                <a:latin typeface="ui-serif"/>
              </a:rPr>
              <a:t> </a:t>
            </a:r>
            <a:r>
              <a:rPr lang="en-ID" sz="2400" dirty="0" err="1">
                <a:latin typeface="ui-serif"/>
              </a:rPr>
              <a:t>dengan</a:t>
            </a:r>
            <a:r>
              <a:rPr lang="en-ID" sz="2400" dirty="0">
                <a:latin typeface="ui-serif"/>
              </a:rPr>
              <a:t> </a:t>
            </a:r>
            <a:r>
              <a:rPr lang="en-ID" sz="2400" dirty="0" err="1">
                <a:latin typeface="ui-serif"/>
              </a:rPr>
              <a:t>dua</a:t>
            </a:r>
            <a:r>
              <a:rPr lang="en-ID" sz="2400" dirty="0">
                <a:latin typeface="ui-serif"/>
              </a:rPr>
              <a:t> </a:t>
            </a:r>
            <a:r>
              <a:rPr lang="en-ID" sz="2400" dirty="0" err="1">
                <a:latin typeface="ui-serif"/>
              </a:rPr>
              <a:t>cara</a:t>
            </a:r>
            <a:r>
              <a:rPr lang="en-ID" sz="2400" dirty="0">
                <a:latin typeface="ui-serif"/>
              </a:rPr>
              <a:t>:</a:t>
            </a:r>
          </a:p>
          <a:p>
            <a:pPr marL="938213" indent="-512763" eaLnBrk="1" hangingPunct="1">
              <a:buFont typeface="+mj-lt"/>
              <a:buAutoNum type="arabicPeriod"/>
              <a:defRPr/>
            </a:pPr>
            <a:r>
              <a:rPr lang="en-ID" sz="2400" dirty="0" err="1">
                <a:latin typeface="ui-serif"/>
              </a:rPr>
              <a:t>Menggunakan</a:t>
            </a:r>
            <a:r>
              <a:rPr lang="en-ID" sz="2400" dirty="0">
                <a:latin typeface="ui-serif"/>
              </a:rPr>
              <a:t> </a:t>
            </a:r>
            <a:r>
              <a:rPr lang="en-ID" sz="2400" dirty="0" err="1">
                <a:latin typeface="ui-serif"/>
              </a:rPr>
              <a:t>tanda</a:t>
            </a:r>
            <a:r>
              <a:rPr lang="en-ID" sz="2400" dirty="0">
                <a:latin typeface="ui-serif"/>
              </a:rPr>
              <a:t> // </a:t>
            </a:r>
            <a:r>
              <a:rPr lang="en-ID" sz="2400" dirty="0" err="1">
                <a:latin typeface="ui-serif"/>
              </a:rPr>
              <a:t>untuk</a:t>
            </a:r>
            <a:r>
              <a:rPr lang="en-ID" sz="2400" dirty="0">
                <a:latin typeface="ui-serif"/>
              </a:rPr>
              <a:t> </a:t>
            </a:r>
            <a:r>
              <a:rPr lang="en-ID" sz="2400" dirty="0" err="1">
                <a:latin typeface="ui-serif"/>
              </a:rPr>
              <a:t>komentar</a:t>
            </a:r>
            <a:r>
              <a:rPr lang="en-ID" sz="2400" dirty="0">
                <a:latin typeface="ui-serif"/>
              </a:rPr>
              <a:t> </a:t>
            </a:r>
            <a:r>
              <a:rPr lang="en-ID" sz="2400" dirty="0" err="1">
                <a:latin typeface="ui-serif"/>
              </a:rPr>
              <a:t>satu</a:t>
            </a:r>
            <a:r>
              <a:rPr lang="en-ID" sz="2400" dirty="0">
                <a:latin typeface="ui-serif"/>
              </a:rPr>
              <a:t> baris;</a:t>
            </a:r>
          </a:p>
          <a:p>
            <a:pPr marL="938213" indent="-512763" eaLnBrk="1" hangingPunct="1">
              <a:buFont typeface="+mj-lt"/>
              <a:buAutoNum type="arabicPeriod"/>
              <a:defRPr/>
            </a:pPr>
            <a:r>
              <a:rPr lang="en-ID" sz="2400" dirty="0" err="1">
                <a:latin typeface="ui-serif"/>
              </a:rPr>
              <a:t>Menggunakan</a:t>
            </a:r>
            <a:r>
              <a:rPr lang="en-ID" sz="2400" dirty="0">
                <a:latin typeface="ui-serif"/>
              </a:rPr>
              <a:t> </a:t>
            </a:r>
            <a:r>
              <a:rPr lang="en-ID" sz="2400" dirty="0" err="1">
                <a:latin typeface="ui-serif"/>
              </a:rPr>
              <a:t>tanda</a:t>
            </a:r>
            <a:r>
              <a:rPr lang="en-ID" sz="2400" dirty="0">
                <a:latin typeface="ui-serif"/>
              </a:rPr>
              <a:t> /* </a:t>
            </a:r>
            <a:r>
              <a:rPr lang="en-ID" sz="2400" dirty="0" err="1">
                <a:latin typeface="ui-serif"/>
              </a:rPr>
              <a:t>untuk</a:t>
            </a:r>
            <a:r>
              <a:rPr lang="en-ID" sz="2400" dirty="0">
                <a:latin typeface="ui-serif"/>
              </a:rPr>
              <a:t> </a:t>
            </a:r>
            <a:r>
              <a:rPr lang="en-ID" sz="2400" dirty="0" err="1">
                <a:latin typeface="ui-serif"/>
              </a:rPr>
              <a:t>komentar</a:t>
            </a:r>
            <a:r>
              <a:rPr lang="en-ID" sz="2400" dirty="0">
                <a:latin typeface="ui-serif"/>
              </a:rPr>
              <a:t> </a:t>
            </a:r>
            <a:r>
              <a:rPr lang="en-ID" sz="2400" dirty="0" err="1">
                <a:latin typeface="ui-serif"/>
              </a:rPr>
              <a:t>lebih</a:t>
            </a:r>
            <a:r>
              <a:rPr lang="en-ID" sz="2400" dirty="0">
                <a:latin typeface="ui-serif"/>
              </a:rPr>
              <a:t> </a:t>
            </a:r>
            <a:r>
              <a:rPr lang="en-ID" sz="2400" dirty="0" err="1">
                <a:latin typeface="ui-serif"/>
              </a:rPr>
              <a:t>dari</a:t>
            </a:r>
            <a:r>
              <a:rPr lang="en-ID" sz="2400" dirty="0">
                <a:latin typeface="ui-serif"/>
              </a:rPr>
              <a:t> </a:t>
            </a:r>
            <a:r>
              <a:rPr lang="en-ID" sz="2400" dirty="0" err="1">
                <a:latin typeface="ui-serif"/>
              </a:rPr>
              <a:t>satu</a:t>
            </a:r>
            <a:r>
              <a:rPr lang="en-ID" sz="2400" dirty="0">
                <a:latin typeface="ui-serif"/>
              </a:rPr>
              <a:t> baris.</a:t>
            </a:r>
          </a:p>
        </p:txBody>
      </p:sp>
      <p:pic>
        <p:nvPicPr>
          <p:cNvPr id="19460" name="Picture 1">
            <a:extLst>
              <a:ext uri="{FF2B5EF4-FFF2-40B4-BE49-F238E27FC236}">
                <a16:creationId xmlns:a16="http://schemas.microsoft.com/office/drawing/2014/main" id="{168CCD5B-803C-55E4-C1ED-FB77A4E7A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905000"/>
            <a:ext cx="2921000" cy="375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458025D0-DBB9-D562-211C-0348D0703E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D" altLang="en-US">
                <a:latin typeface="ui-sans-serif"/>
              </a:rPr>
              <a:t>Penulisan Blok Program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9D99B4D-D738-17AE-FD3A-0D90A1EA27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676400"/>
            <a:ext cx="8229600" cy="44116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ID" dirty="0">
                <a:latin typeface="ui-serif"/>
              </a:rPr>
              <a:t>Blok program </a:t>
            </a:r>
            <a:r>
              <a:rPr lang="en-ID" dirty="0" err="1">
                <a:latin typeface="ui-serif"/>
              </a:rPr>
              <a:t>merupakan</a:t>
            </a:r>
            <a:r>
              <a:rPr lang="en-ID" dirty="0">
                <a:latin typeface="ui-serif"/>
              </a:rPr>
              <a:t> </a:t>
            </a:r>
            <a:r>
              <a:rPr lang="en-ID" dirty="0" err="1">
                <a:latin typeface="ui-serif"/>
              </a:rPr>
              <a:t>kumpulan</a:t>
            </a:r>
            <a:r>
              <a:rPr lang="en-ID" dirty="0">
                <a:latin typeface="ui-serif"/>
              </a:rPr>
              <a:t> </a:t>
            </a:r>
            <a:r>
              <a:rPr lang="en-ID" dirty="0" err="1">
                <a:latin typeface="ui-serif"/>
              </a:rPr>
              <a:t>dari</a:t>
            </a:r>
            <a:r>
              <a:rPr lang="en-ID" dirty="0">
                <a:latin typeface="ui-serif"/>
              </a:rPr>
              <a:t> statement dan </a:t>
            </a:r>
            <a:r>
              <a:rPr lang="en-ID" dirty="0" err="1">
                <a:latin typeface="ui-serif"/>
              </a:rPr>
              <a:t>ekspresi</a:t>
            </a:r>
            <a:r>
              <a:rPr lang="en-ID" dirty="0">
                <a:latin typeface="ui-serif"/>
              </a:rPr>
              <a:t>. Blok program di PHP </a:t>
            </a:r>
            <a:r>
              <a:rPr lang="en-ID" dirty="0" err="1">
                <a:latin typeface="ui-serif"/>
              </a:rPr>
              <a:t>dibungkus</a:t>
            </a:r>
            <a:r>
              <a:rPr lang="en-ID" dirty="0">
                <a:latin typeface="ui-serif"/>
              </a:rPr>
              <a:t> </a:t>
            </a:r>
            <a:r>
              <a:rPr lang="en-ID" dirty="0" err="1">
                <a:latin typeface="ui-serif"/>
              </a:rPr>
              <a:t>dengan</a:t>
            </a:r>
            <a:r>
              <a:rPr lang="en-ID" dirty="0">
                <a:latin typeface="ui-serif"/>
              </a:rPr>
              <a:t> </a:t>
            </a:r>
            <a:r>
              <a:rPr lang="en-ID" dirty="0" err="1">
                <a:latin typeface="ui-serif"/>
              </a:rPr>
              <a:t>kurung</a:t>
            </a:r>
            <a:r>
              <a:rPr lang="en-ID" dirty="0">
                <a:latin typeface="ui-serif"/>
              </a:rPr>
              <a:t> </a:t>
            </a:r>
            <a:r>
              <a:rPr lang="en-ID" dirty="0" err="1">
                <a:latin typeface="ui-serif"/>
              </a:rPr>
              <a:t>kurawal</a:t>
            </a:r>
            <a:r>
              <a:rPr lang="en-ID" dirty="0">
                <a:latin typeface="ui-serif"/>
              </a:rPr>
              <a:t> </a:t>
            </a:r>
            <a:r>
              <a:rPr lang="en-ID" dirty="0"/>
              <a:t>{ ... }</a:t>
            </a:r>
            <a:r>
              <a:rPr lang="en-ID" dirty="0">
                <a:latin typeface="ui-serif"/>
              </a:rPr>
              <a:t>.</a:t>
            </a:r>
            <a:endParaRPr lang="en-US" altLang="en-US" kern="0" dirty="0"/>
          </a:p>
        </p:txBody>
      </p:sp>
      <p:pic>
        <p:nvPicPr>
          <p:cNvPr id="20484" name="Picture 1">
            <a:extLst>
              <a:ext uri="{FF2B5EF4-FFF2-40B4-BE49-F238E27FC236}">
                <a16:creationId xmlns:a16="http://schemas.microsoft.com/office/drawing/2014/main" id="{69A4E872-CEB6-2260-6071-6DA2CB686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429000"/>
            <a:ext cx="4572000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208833E-A464-1894-DBB4-3B5A0AA34C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D" altLang="en-US">
                <a:latin typeface="ui-sans-serif"/>
              </a:rPr>
              <a:t>Fungsi Mencetak Teks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3CD0C16-7BDE-D6B4-5EF9-58CB8897B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676400"/>
            <a:ext cx="8229600" cy="44116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ID" dirty="0">
                <a:latin typeface="ui-serif"/>
              </a:rPr>
              <a:t>PHP </a:t>
            </a:r>
            <a:r>
              <a:rPr lang="en-ID" dirty="0" err="1">
                <a:latin typeface="ui-serif"/>
              </a:rPr>
              <a:t>memiliki</a:t>
            </a:r>
            <a:r>
              <a:rPr lang="en-ID" dirty="0">
                <a:latin typeface="ui-serif"/>
              </a:rPr>
              <a:t> </a:t>
            </a:r>
            <a:r>
              <a:rPr lang="en-ID" dirty="0" err="1">
                <a:latin typeface="ui-serif"/>
              </a:rPr>
              <a:t>beberapa</a:t>
            </a:r>
            <a:r>
              <a:rPr lang="en-ID" dirty="0">
                <a:latin typeface="ui-serif"/>
              </a:rPr>
              <a:t> </a:t>
            </a:r>
            <a:r>
              <a:rPr lang="en-ID" dirty="0" err="1">
                <a:latin typeface="ui-serif"/>
              </a:rPr>
              <a:t>fungsi</a:t>
            </a:r>
            <a:r>
              <a:rPr lang="en-ID" dirty="0">
                <a:latin typeface="ui-serif"/>
              </a:rPr>
              <a:t> </a:t>
            </a:r>
            <a:r>
              <a:rPr lang="en-ID" dirty="0" err="1">
                <a:latin typeface="ui-serif"/>
              </a:rPr>
              <a:t>untuk</a:t>
            </a:r>
            <a:r>
              <a:rPr lang="en-ID" dirty="0">
                <a:latin typeface="ui-serif"/>
              </a:rPr>
              <a:t> </a:t>
            </a:r>
            <a:r>
              <a:rPr lang="en-ID" dirty="0" err="1">
                <a:latin typeface="ui-serif"/>
              </a:rPr>
              <a:t>mencetak</a:t>
            </a:r>
            <a:r>
              <a:rPr lang="en-ID" dirty="0">
                <a:latin typeface="ui-serif"/>
              </a:rPr>
              <a:t> </a:t>
            </a:r>
            <a:r>
              <a:rPr lang="en-ID" dirty="0" err="1">
                <a:latin typeface="ui-serif"/>
              </a:rPr>
              <a:t>teks</a:t>
            </a:r>
            <a:r>
              <a:rPr lang="en-ID" dirty="0">
                <a:latin typeface="ui-serif"/>
              </a:rPr>
              <a:t> </a:t>
            </a:r>
            <a:r>
              <a:rPr lang="en-ID" dirty="0" err="1">
                <a:latin typeface="ui-serif"/>
              </a:rPr>
              <a:t>ke</a:t>
            </a:r>
            <a:r>
              <a:rPr lang="en-ID" dirty="0">
                <a:latin typeface="ui-serif"/>
              </a:rPr>
              <a:t> </a:t>
            </a:r>
            <a:r>
              <a:rPr lang="en-ID" dirty="0" err="1">
                <a:latin typeface="ui-serif"/>
              </a:rPr>
              <a:t>layar</a:t>
            </a:r>
            <a:r>
              <a:rPr lang="en-ID" dirty="0">
                <a:latin typeface="ui-serif"/>
              </a:rPr>
              <a:t>:</a:t>
            </a:r>
          </a:p>
          <a:p>
            <a:pPr marL="671513" indent="-341313">
              <a:buFont typeface="Wingdings" pitchFamily="2" charset="2"/>
              <a:buChar char="ü"/>
              <a:defRPr/>
            </a:pPr>
            <a:r>
              <a:rPr lang="en-ID" dirty="0" err="1">
                <a:latin typeface="ui-serif"/>
              </a:rPr>
              <a:t>fungsi</a:t>
            </a:r>
            <a:r>
              <a:rPr lang="en-ID" dirty="0">
                <a:latin typeface="ui-serif"/>
              </a:rPr>
              <a:t> echo();</a:t>
            </a:r>
          </a:p>
          <a:p>
            <a:pPr marL="671513" indent="-341313">
              <a:buFont typeface="Wingdings" pitchFamily="2" charset="2"/>
              <a:buChar char="ü"/>
              <a:defRPr/>
            </a:pPr>
            <a:r>
              <a:rPr lang="en-ID" dirty="0" err="1">
                <a:latin typeface="ui-serif"/>
              </a:rPr>
              <a:t>fungsi</a:t>
            </a:r>
            <a:r>
              <a:rPr lang="en-ID" dirty="0">
                <a:latin typeface="ui-serif"/>
              </a:rPr>
              <a:t> print();</a:t>
            </a:r>
          </a:p>
          <a:p>
            <a:pPr marL="671513" indent="-341313">
              <a:buFont typeface="Wingdings" pitchFamily="2" charset="2"/>
              <a:buChar char="ü"/>
              <a:defRPr/>
            </a:pPr>
            <a:r>
              <a:rPr lang="en-ID" dirty="0" err="1">
                <a:latin typeface="ui-serif"/>
              </a:rPr>
              <a:t>fungsi</a:t>
            </a:r>
            <a:r>
              <a:rPr lang="en-ID" dirty="0">
                <a:latin typeface="ui-serif"/>
              </a:rPr>
              <a:t> </a:t>
            </a:r>
            <a:r>
              <a:rPr lang="en-ID" dirty="0" err="1">
                <a:latin typeface="ui-serif"/>
              </a:rPr>
              <a:t>printf</a:t>
            </a:r>
            <a:r>
              <a:rPr lang="en-ID" dirty="0">
                <a:latin typeface="ui-serif"/>
              </a:rPr>
              <a:t>().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43144390-F310-4354-26F0-16650499CF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D" altLang="en-US">
                <a:latin typeface="ui-sans-serif"/>
              </a:rPr>
              <a:t>Fungsi echo()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ED3C0AD9-0114-BB7D-80BA-C9E6E5B47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676400"/>
            <a:ext cx="8229600" cy="441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055813" indent="-3159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513013" indent="-3159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2970213" indent="-3159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427413" indent="-3159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r>
              <a:rPr lang="en-ID" altLang="en-US">
                <a:latin typeface="ui-serif"/>
              </a:rPr>
              <a:t>Fungi echo() adalah fungsi untuk menampilkan teks ke layar. </a:t>
            </a:r>
          </a:p>
          <a:p>
            <a:r>
              <a:rPr lang="en-ID" altLang="en-US">
                <a:latin typeface="ui-serif"/>
              </a:rPr>
              <a:t>Fungsi ini dapat digunakan dengan tanda kurung maupun tanpa tanda kurung.</a:t>
            </a:r>
          </a:p>
        </p:txBody>
      </p:sp>
      <p:pic>
        <p:nvPicPr>
          <p:cNvPr id="22532" name="Picture 1">
            <a:extLst>
              <a:ext uri="{FF2B5EF4-FFF2-40B4-BE49-F238E27FC236}">
                <a16:creationId xmlns:a16="http://schemas.microsoft.com/office/drawing/2014/main" id="{86149268-09C4-6A8A-06D3-D2913C8F2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3865563"/>
            <a:ext cx="70485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7E96AF9E-5F1F-4B46-4E93-4CD243B17C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D" altLang="en-US">
                <a:latin typeface="ui-sans-serif"/>
              </a:rPr>
              <a:t>Fungsi print()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43FAB51-D73D-495F-5195-48D3D4175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676400"/>
            <a:ext cx="8229600" cy="44116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ID" sz="2000" dirty="0" err="1">
                <a:latin typeface="ui-serif"/>
              </a:rPr>
              <a:t>Fungsi</a:t>
            </a:r>
            <a:r>
              <a:rPr lang="en-ID" sz="2000" dirty="0">
                <a:latin typeface="ui-serif"/>
              </a:rPr>
              <a:t> print() </a:t>
            </a:r>
            <a:r>
              <a:rPr lang="en-ID" sz="2000" dirty="0" err="1">
                <a:latin typeface="ui-serif"/>
              </a:rPr>
              <a:t>sama</a:t>
            </a:r>
            <a:r>
              <a:rPr lang="en-ID" sz="2000" dirty="0">
                <a:latin typeface="ui-serif"/>
              </a:rPr>
              <a:t> </a:t>
            </a:r>
            <a:r>
              <a:rPr lang="en-ID" sz="2000" dirty="0" err="1">
                <a:latin typeface="ui-serif"/>
              </a:rPr>
              <a:t>seperti</a:t>
            </a:r>
            <a:r>
              <a:rPr lang="en-ID" sz="2000" dirty="0">
                <a:latin typeface="ui-serif"/>
              </a:rPr>
              <a:t> </a:t>
            </a:r>
            <a:r>
              <a:rPr lang="en-ID" sz="2000" dirty="0" err="1">
                <a:latin typeface="ui-serif"/>
              </a:rPr>
              <a:t>fungsi</a:t>
            </a:r>
            <a:r>
              <a:rPr lang="en-ID" sz="2000" dirty="0">
                <a:latin typeface="ui-serif"/>
              </a:rPr>
              <a:t> echo(). </a:t>
            </a:r>
          </a:p>
          <a:p>
            <a:pPr>
              <a:defRPr/>
            </a:pPr>
            <a:r>
              <a:rPr lang="en-ID" sz="2000" dirty="0" err="1">
                <a:latin typeface="ui-serif"/>
              </a:rPr>
              <a:t>Fungsi</a:t>
            </a:r>
            <a:r>
              <a:rPr lang="en-ID" sz="2000" dirty="0">
                <a:latin typeface="ui-serif"/>
              </a:rPr>
              <a:t> print() juga </a:t>
            </a:r>
            <a:r>
              <a:rPr lang="en-ID" sz="2000" dirty="0" err="1">
                <a:latin typeface="ui-serif"/>
              </a:rPr>
              <a:t>bisa</a:t>
            </a:r>
            <a:r>
              <a:rPr lang="en-ID" sz="2000" dirty="0">
                <a:latin typeface="ui-serif"/>
              </a:rPr>
              <a:t> </a:t>
            </a:r>
            <a:r>
              <a:rPr lang="en-ID" sz="2000" dirty="0" err="1">
                <a:latin typeface="ui-serif"/>
              </a:rPr>
              <a:t>digunakan</a:t>
            </a:r>
            <a:r>
              <a:rPr lang="en-ID" sz="2000" dirty="0">
                <a:latin typeface="ui-serif"/>
              </a:rPr>
              <a:t> </a:t>
            </a:r>
            <a:r>
              <a:rPr lang="en-ID" sz="2000" dirty="0" err="1">
                <a:latin typeface="ui-serif"/>
              </a:rPr>
              <a:t>tanpa</a:t>
            </a:r>
            <a:r>
              <a:rPr lang="en-ID" sz="2000" dirty="0">
                <a:latin typeface="ui-serif"/>
              </a:rPr>
              <a:t> </a:t>
            </a:r>
            <a:r>
              <a:rPr lang="en-ID" sz="2000" dirty="0" err="1">
                <a:latin typeface="ui-serif"/>
              </a:rPr>
              <a:t>tanda</a:t>
            </a:r>
            <a:r>
              <a:rPr lang="en-ID" sz="2000" dirty="0">
                <a:latin typeface="ui-serif"/>
              </a:rPr>
              <a:t> </a:t>
            </a:r>
            <a:r>
              <a:rPr lang="en-ID" sz="2000" dirty="0" err="1">
                <a:latin typeface="ui-serif"/>
              </a:rPr>
              <a:t>kurung</a:t>
            </a:r>
            <a:r>
              <a:rPr lang="en-ID" sz="2000" dirty="0">
                <a:latin typeface="ui-serif"/>
              </a:rPr>
              <a:t>.</a:t>
            </a:r>
          </a:p>
          <a:p>
            <a:pPr>
              <a:defRPr/>
            </a:pPr>
            <a:r>
              <a:rPr lang="en-ID" sz="2000" dirty="0" err="1">
                <a:latin typeface="ui-serif"/>
              </a:rPr>
              <a:t>Perbedaannya</a:t>
            </a:r>
            <a:r>
              <a:rPr lang="en-ID" sz="2000" dirty="0">
                <a:latin typeface="ui-serif"/>
              </a:rPr>
              <a:t> </a:t>
            </a:r>
            <a:r>
              <a:rPr lang="en-ID" sz="2000" dirty="0" err="1">
                <a:latin typeface="ui-serif"/>
              </a:rPr>
              <a:t>dengan</a:t>
            </a:r>
            <a:r>
              <a:rPr lang="en-ID" sz="2000" dirty="0">
                <a:latin typeface="ui-serif"/>
              </a:rPr>
              <a:t> echo():</a:t>
            </a:r>
          </a:p>
          <a:p>
            <a:pPr marL="585788" indent="-341313">
              <a:buFont typeface="Wingdings" pitchFamily="2" charset="2"/>
              <a:buChar char="Ø"/>
              <a:defRPr/>
            </a:pPr>
            <a:r>
              <a:rPr lang="en-ID" sz="2000" dirty="0" err="1">
                <a:latin typeface="ui-serif"/>
              </a:rPr>
              <a:t>Fungsi</a:t>
            </a:r>
            <a:r>
              <a:rPr lang="en-ID" sz="2000" dirty="0">
                <a:latin typeface="ui-serif"/>
              </a:rPr>
              <a:t> print() </a:t>
            </a:r>
            <a:r>
              <a:rPr lang="en-ID" sz="2000" dirty="0" err="1">
                <a:latin typeface="ui-serif"/>
              </a:rPr>
              <a:t>akan</a:t>
            </a:r>
            <a:r>
              <a:rPr lang="en-ID" sz="2000" dirty="0">
                <a:latin typeface="ui-serif"/>
              </a:rPr>
              <a:t> </a:t>
            </a:r>
            <a:r>
              <a:rPr lang="en-ID" sz="2000" dirty="0" err="1">
                <a:latin typeface="ui-serif"/>
              </a:rPr>
              <a:t>selalu</a:t>
            </a:r>
            <a:r>
              <a:rPr lang="en-ID" sz="2000" dirty="0">
                <a:latin typeface="ui-serif"/>
              </a:rPr>
              <a:t> </a:t>
            </a:r>
            <a:r>
              <a:rPr lang="en-ID" sz="2000" dirty="0" err="1">
                <a:latin typeface="ui-serif"/>
              </a:rPr>
              <a:t>mengembalikan</a:t>
            </a:r>
            <a:r>
              <a:rPr lang="en-ID" sz="2000" dirty="0">
                <a:latin typeface="ui-serif"/>
              </a:rPr>
              <a:t> </a:t>
            </a:r>
            <a:r>
              <a:rPr lang="en-ID" sz="2000" dirty="0" err="1">
                <a:latin typeface="ui-serif"/>
              </a:rPr>
              <a:t>nilai</a:t>
            </a:r>
            <a:r>
              <a:rPr lang="en-ID" sz="2000" dirty="0">
                <a:latin typeface="ui-serif"/>
              </a:rPr>
              <a:t> 1 </a:t>
            </a:r>
            <a:r>
              <a:rPr lang="en-ID" sz="2000" dirty="0" err="1">
                <a:latin typeface="ui-serif"/>
              </a:rPr>
              <a:t>saat</a:t>
            </a:r>
            <a:r>
              <a:rPr lang="en-ID" sz="2000" dirty="0">
                <a:latin typeface="ui-serif"/>
              </a:rPr>
              <a:t> </a:t>
            </a:r>
            <a:r>
              <a:rPr lang="en-ID" sz="2000" dirty="0" err="1">
                <a:latin typeface="ui-serif"/>
              </a:rPr>
              <a:t>dieksekusi</a:t>
            </a:r>
            <a:r>
              <a:rPr lang="en-ID" sz="2000" dirty="0">
                <a:latin typeface="ui-serif"/>
              </a:rPr>
              <a:t>, </a:t>
            </a:r>
            <a:r>
              <a:rPr lang="en-ID" sz="2000" dirty="0" err="1">
                <a:latin typeface="ui-serif"/>
              </a:rPr>
              <a:t>sedangkan</a:t>
            </a:r>
            <a:r>
              <a:rPr lang="en-ID" sz="2000" dirty="0">
                <a:latin typeface="ui-serif"/>
              </a:rPr>
              <a:t> echo() </a:t>
            </a:r>
            <a:r>
              <a:rPr lang="en-ID" sz="2000" dirty="0" err="1">
                <a:latin typeface="ui-serif"/>
              </a:rPr>
              <a:t>tidak</a:t>
            </a:r>
            <a:r>
              <a:rPr lang="en-ID" sz="2000" dirty="0">
                <a:latin typeface="ui-serif"/>
              </a:rPr>
              <a:t> </a:t>
            </a:r>
            <a:r>
              <a:rPr lang="en-ID" sz="2000" dirty="0" err="1">
                <a:latin typeface="ui-serif"/>
              </a:rPr>
              <a:t>mengembalikan</a:t>
            </a:r>
            <a:r>
              <a:rPr lang="en-ID" sz="2000" dirty="0">
                <a:latin typeface="ui-serif"/>
              </a:rPr>
              <a:t> </a:t>
            </a:r>
            <a:r>
              <a:rPr lang="en-ID" sz="2000" dirty="0" err="1">
                <a:latin typeface="ui-serif"/>
              </a:rPr>
              <a:t>apa-apa</a:t>
            </a:r>
            <a:r>
              <a:rPr lang="en-ID" sz="2000" dirty="0">
                <a:latin typeface="ui-serif"/>
              </a:rPr>
              <a:t>.</a:t>
            </a:r>
          </a:p>
          <a:p>
            <a:pPr marL="585788" indent="-341313">
              <a:buFont typeface="Wingdings" pitchFamily="2" charset="2"/>
              <a:buChar char="Ø"/>
              <a:defRPr/>
            </a:pPr>
            <a:r>
              <a:rPr lang="en-ID" sz="2000" dirty="0" err="1">
                <a:latin typeface="ui-serif"/>
              </a:rPr>
              <a:t>Fungsi</a:t>
            </a:r>
            <a:r>
              <a:rPr lang="en-ID" sz="2000" dirty="0">
                <a:latin typeface="ui-serif"/>
              </a:rPr>
              <a:t> print() </a:t>
            </a:r>
            <a:r>
              <a:rPr lang="en-ID" sz="2000" dirty="0" err="1">
                <a:latin typeface="ui-serif"/>
              </a:rPr>
              <a:t>hanya</a:t>
            </a:r>
            <a:r>
              <a:rPr lang="en-ID" sz="2000" dirty="0">
                <a:latin typeface="ui-serif"/>
              </a:rPr>
              <a:t> </a:t>
            </a:r>
            <a:r>
              <a:rPr lang="en-ID" sz="2000" dirty="0" err="1">
                <a:latin typeface="ui-serif"/>
              </a:rPr>
              <a:t>boleh</a:t>
            </a:r>
            <a:r>
              <a:rPr lang="en-ID" sz="2000" dirty="0">
                <a:latin typeface="ui-serif"/>
              </a:rPr>
              <a:t> </a:t>
            </a:r>
            <a:r>
              <a:rPr lang="en-ID" sz="2000" dirty="0" err="1">
                <a:latin typeface="ui-serif"/>
              </a:rPr>
              <a:t>diberikan</a:t>
            </a:r>
            <a:r>
              <a:rPr lang="en-ID" sz="2000" dirty="0">
                <a:latin typeface="ui-serif"/>
              </a:rPr>
              <a:t> </a:t>
            </a:r>
            <a:r>
              <a:rPr lang="en-ID" sz="2000" dirty="0" err="1">
                <a:latin typeface="ui-serif"/>
              </a:rPr>
              <a:t>satu</a:t>
            </a:r>
            <a:r>
              <a:rPr lang="en-ID" sz="2000" dirty="0">
                <a:latin typeface="ui-serif"/>
              </a:rPr>
              <a:t> parameter </a:t>
            </a:r>
            <a:r>
              <a:rPr lang="en-ID" sz="2000" dirty="0" err="1">
                <a:latin typeface="ui-serif"/>
              </a:rPr>
              <a:t>saja</a:t>
            </a:r>
            <a:r>
              <a:rPr lang="en-ID" sz="2000" dirty="0">
                <a:latin typeface="ui-serif"/>
              </a:rPr>
              <a:t>, </a:t>
            </a:r>
            <a:r>
              <a:rPr lang="en-ID" sz="2000" dirty="0" err="1">
                <a:latin typeface="ui-serif"/>
              </a:rPr>
              <a:t>sedangkan</a:t>
            </a:r>
            <a:r>
              <a:rPr lang="en-ID" sz="2000" dirty="0">
                <a:latin typeface="ui-serif"/>
              </a:rPr>
              <a:t> echo() </a:t>
            </a:r>
            <a:r>
              <a:rPr lang="en-ID" sz="2000" dirty="0" err="1">
                <a:latin typeface="ui-serif"/>
              </a:rPr>
              <a:t>boleh</a:t>
            </a:r>
            <a:r>
              <a:rPr lang="en-ID" sz="2000" dirty="0">
                <a:latin typeface="ui-serif"/>
              </a:rPr>
              <a:t> </a:t>
            </a:r>
            <a:r>
              <a:rPr lang="en-ID" sz="2000" dirty="0" err="1">
                <a:latin typeface="ui-serif"/>
              </a:rPr>
              <a:t>lebih</a:t>
            </a:r>
            <a:r>
              <a:rPr lang="en-ID" sz="2000" dirty="0">
                <a:latin typeface="ui-serif"/>
              </a:rPr>
              <a:t> </a:t>
            </a:r>
            <a:r>
              <a:rPr lang="en-ID" sz="2000" dirty="0" err="1">
                <a:latin typeface="ui-serif"/>
              </a:rPr>
              <a:t>dari</a:t>
            </a:r>
            <a:r>
              <a:rPr lang="en-ID" sz="2000" dirty="0">
                <a:latin typeface="ui-serif"/>
              </a:rPr>
              <a:t> </a:t>
            </a:r>
            <a:r>
              <a:rPr lang="en-ID" sz="2000" dirty="0" err="1">
                <a:latin typeface="ui-serif"/>
              </a:rPr>
              <a:t>satu</a:t>
            </a:r>
            <a:r>
              <a:rPr lang="en-ID" sz="2000" dirty="0">
                <a:latin typeface="ui-serif"/>
              </a:rPr>
              <a:t>.</a:t>
            </a:r>
          </a:p>
        </p:txBody>
      </p:sp>
      <p:pic>
        <p:nvPicPr>
          <p:cNvPr id="23556" name="Picture 3">
            <a:extLst>
              <a:ext uri="{FF2B5EF4-FFF2-40B4-BE49-F238E27FC236}">
                <a16:creationId xmlns:a16="http://schemas.microsoft.com/office/drawing/2014/main" id="{0E16966D-EE68-51AF-2DCC-C2E98E185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191000"/>
            <a:ext cx="5029200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C2595B2-06F7-9C36-1AEE-6CD1D4266C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altLang="en-US">
                <a:latin typeface="ui-sans-serif"/>
              </a:rPr>
              <a:t>Fungsi printf() untuk Formatting Teks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3EABDD79-E400-5394-A0DB-16D139D8F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676400"/>
            <a:ext cx="8229600" cy="441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055813" indent="-3159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513013" indent="-3159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2970213" indent="-3159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427413" indent="-3159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r>
              <a:rPr lang="en-ID" altLang="en-US" sz="2000">
                <a:latin typeface="ui-serif"/>
              </a:rPr>
              <a:t>Fungsi printf() adalah fungsi untuk memformat teks atau string. Fungsi ini akan mengembalikan panjang dari teks saat dieksekusi.</a:t>
            </a:r>
          </a:p>
          <a:p>
            <a:r>
              <a:rPr lang="en-ID" altLang="en-US" sz="2000">
                <a:latin typeface="ui-serif"/>
              </a:rPr>
              <a:t>Simbol %s adalah sebuah placeholder untuk teks (string). Selain simbol %s ada juga simbol:</a:t>
            </a:r>
          </a:p>
          <a:p>
            <a:r>
              <a:rPr lang="en-ID" altLang="en-US" sz="1600">
                <a:latin typeface="ui-serif"/>
              </a:rPr>
              <a:t>%d untuk bilangan desimal (integer);</a:t>
            </a:r>
          </a:p>
          <a:p>
            <a:r>
              <a:rPr lang="en-ID" altLang="en-US" sz="1600">
                <a:latin typeface="ui-serif"/>
              </a:rPr>
              <a:t>%f untuk pecahan (float);</a:t>
            </a:r>
          </a:p>
          <a:p>
            <a:r>
              <a:rPr lang="en-ID" altLang="en-US" sz="1600">
                <a:latin typeface="ui-serif"/>
              </a:rPr>
              <a:t>%b untuk boolean.</a:t>
            </a:r>
          </a:p>
          <a:p>
            <a:endParaRPr lang="en-ID" altLang="en-US" sz="2000">
              <a:latin typeface="ui-serif"/>
            </a:endParaRPr>
          </a:p>
        </p:txBody>
      </p:sp>
      <p:pic>
        <p:nvPicPr>
          <p:cNvPr id="24580" name="Picture 1">
            <a:extLst>
              <a:ext uri="{FF2B5EF4-FFF2-40B4-BE49-F238E27FC236}">
                <a16:creationId xmlns:a16="http://schemas.microsoft.com/office/drawing/2014/main" id="{6F22663E-944A-C4FC-2743-C130E595B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038600"/>
            <a:ext cx="7315200" cy="244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03608A9-D820-CED6-1177-2FEC7A61EEE5}"/>
                  </a:ext>
                </a:extLst>
              </p14:cNvPr>
              <p14:cNvContentPartPr/>
              <p14:nvPr/>
            </p14:nvContentPartPr>
            <p14:xfrm>
              <a:off x="2137320" y="4646160"/>
              <a:ext cx="2509560" cy="1772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03608A9-D820-CED6-1177-2FEC7A61EE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27960" y="4636800"/>
                <a:ext cx="2528280" cy="1791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dirty="0" err="1"/>
              <a:t>Buat</a:t>
            </a:r>
            <a:r>
              <a:rPr dirty="0"/>
              <a:t> program </a:t>
            </a:r>
            <a:r>
              <a:rPr dirty="0" err="1"/>
              <a:t>perkenalan</a:t>
            </a:r>
            <a:r>
              <a:rPr dirty="0"/>
              <a:t> </a:t>
            </a:r>
            <a:r>
              <a:rPr dirty="0" err="1"/>
              <a:t>diri</a:t>
            </a:r>
            <a:r>
              <a:rPr dirty="0"/>
              <a:t> </a:t>
            </a:r>
            <a:r>
              <a:rPr dirty="0" err="1"/>
              <a:t>menggunakan</a:t>
            </a:r>
            <a:r>
              <a:rPr dirty="0"/>
              <a:t> PHP yang </a:t>
            </a:r>
            <a:r>
              <a:rPr dirty="0" err="1"/>
              <a:t>menampilkan</a:t>
            </a:r>
            <a:r>
              <a:rPr dirty="0"/>
              <a:t>:</a:t>
            </a:r>
          </a:p>
          <a:p>
            <a:pPr marL="542925" indent="0">
              <a:buNone/>
            </a:pPr>
            <a:r>
              <a:rPr dirty="0"/>
              <a:t>• Nama</a:t>
            </a:r>
          </a:p>
          <a:p>
            <a:pPr marL="542925" indent="0">
              <a:buNone/>
            </a:pPr>
            <a:r>
              <a:rPr dirty="0"/>
              <a:t>• NIM</a:t>
            </a:r>
            <a:endParaRPr lang="en-US" dirty="0"/>
          </a:p>
          <a:p>
            <a:pPr marL="542925" indent="0">
              <a:buNone/>
            </a:pPr>
            <a:r>
              <a:rPr lang="en-ID" dirty="0"/>
              <a:t>• Semester</a:t>
            </a:r>
            <a:endParaRPr dirty="0"/>
          </a:p>
          <a:p>
            <a:pPr marL="542925" indent="0">
              <a:buNone/>
            </a:pPr>
            <a:r>
              <a:rPr dirty="0"/>
              <a:t>• Program Studi</a:t>
            </a:r>
            <a:endParaRPr lang="en-US" dirty="0"/>
          </a:p>
          <a:p>
            <a:pPr marL="542925" indent="0">
              <a:buNone/>
            </a:pPr>
            <a:r>
              <a:rPr lang="en-ID" dirty="0"/>
              <a:t>• </a:t>
            </a:r>
            <a:r>
              <a:rPr lang="en-ID" dirty="0" err="1"/>
              <a:t>Umur</a:t>
            </a:r>
            <a:endParaRPr dirty="0"/>
          </a:p>
          <a:p>
            <a:pPr marL="542925" indent="0">
              <a:buNone/>
            </a:pPr>
            <a:r>
              <a:rPr dirty="0"/>
              <a:t>• Hobi</a:t>
            </a:r>
          </a:p>
          <a:p>
            <a:pPr marL="542925" indent="0">
              <a:buNone/>
            </a:pPr>
            <a:r>
              <a:rPr dirty="0"/>
              <a:t>• Cita-</a:t>
            </a:r>
            <a:r>
              <a:rPr dirty="0" err="1"/>
              <a:t>cita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</TotalTime>
  <Words>774</Words>
  <Application>Microsoft Office PowerPoint</Application>
  <PresentationFormat>On-screen Show (4:3)</PresentationFormat>
  <Paragraphs>104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ui-sans-serif</vt:lpstr>
      <vt:lpstr>ui-serif</vt:lpstr>
      <vt:lpstr>Wingdings</vt:lpstr>
      <vt:lpstr>Office Theme</vt:lpstr>
      <vt:lpstr>Pengenalan Pemrograman PHP</vt:lpstr>
      <vt:lpstr>Pengertian PHP</vt:lpstr>
      <vt:lpstr>Con’t</vt:lpstr>
      <vt:lpstr>Kelebihan PHP</vt:lpstr>
      <vt:lpstr>Struktur Dasar Program PHP</vt:lpstr>
      <vt:lpstr>Menjalankan PHP</vt:lpstr>
      <vt:lpstr>Syntax dasar PHP Script</vt:lpstr>
      <vt:lpstr>Syntax dasar PHP Script (1)</vt:lpstr>
      <vt:lpstr>Syntax dasar PHP Script (1)</vt:lpstr>
      <vt:lpstr>Contoh Kode Program</vt:lpstr>
      <vt:lpstr>Syntax dasar PHP Script (2)</vt:lpstr>
      <vt:lpstr>Penulisan Statement dan Ekspresi</vt:lpstr>
      <vt:lpstr>Aturan Penulisan Case PHP</vt:lpstr>
      <vt:lpstr>Penulisan Komentar di PHP</vt:lpstr>
      <vt:lpstr>Penulisan Blok Program</vt:lpstr>
      <vt:lpstr>Fungsi Mencetak Teks</vt:lpstr>
      <vt:lpstr>Fungsi echo()</vt:lpstr>
      <vt:lpstr>Fungsi print()</vt:lpstr>
      <vt:lpstr>Fungsi printf() untuk Formatting Teks</vt:lpstr>
      <vt:lpstr>Latihan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Asep taufik</cp:lastModifiedBy>
  <cp:revision>6</cp:revision>
  <dcterms:created xsi:type="dcterms:W3CDTF">2013-01-27T09:14:16Z</dcterms:created>
  <dcterms:modified xsi:type="dcterms:W3CDTF">2025-09-09T05:23:58Z</dcterms:modified>
  <cp:category/>
</cp:coreProperties>
</file>